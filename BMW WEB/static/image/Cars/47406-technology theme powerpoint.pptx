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3" r:id="rId2"/>
    <p:sldId id="295" r:id="rId3"/>
    <p:sldId id="294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196"/>
    <a:srgbClr val="99013F"/>
    <a:srgbClr val="98CB36"/>
    <a:srgbClr val="008BC6"/>
    <a:srgbClr val="EF3923"/>
    <a:srgbClr val="AEDF5E"/>
    <a:srgbClr val="8A0000"/>
    <a:srgbClr val="FBB7B6"/>
    <a:srgbClr val="FFAB2E"/>
    <a:srgbClr val="081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6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tin Balaj" userId="11394de60d634ba0" providerId="LiveId" clId="{1918E4C4-68D5-46B0-9F5A-9B873D19706B}"/>
    <pc:docChg chg="undo custSel addSld delSld modSld">
      <pc:chgData name="Altin Balaj" userId="11394de60d634ba0" providerId="LiveId" clId="{1918E4C4-68D5-46B0-9F5A-9B873D19706B}" dt="2025-11-30T19:52:12.977" v="7376" actId="47"/>
      <pc:docMkLst>
        <pc:docMk/>
      </pc:docMkLst>
      <pc:sldChg chg="addSp modSp mod">
        <pc:chgData name="Altin Balaj" userId="11394de60d634ba0" providerId="LiveId" clId="{1918E4C4-68D5-46B0-9F5A-9B873D19706B}" dt="2025-11-27T21:36:31.074" v="2219" actId="14100"/>
        <pc:sldMkLst>
          <pc:docMk/>
          <pc:sldMk cId="988245640" sldId="293"/>
        </pc:sldMkLst>
        <pc:spChg chg="mod">
          <ac:chgData name="Altin Balaj" userId="11394de60d634ba0" providerId="LiveId" clId="{1918E4C4-68D5-46B0-9F5A-9B873D19706B}" dt="2025-11-27T21:36:22.159" v="2217" actId="1076"/>
          <ac:spMkLst>
            <pc:docMk/>
            <pc:sldMk cId="988245640" sldId="293"/>
            <ac:spMk id="2" creationId="{FD84BED8-2CA7-4DC1-9220-9D474D701DF3}"/>
          </ac:spMkLst>
        </pc:spChg>
        <pc:spChg chg="add mod">
          <ac:chgData name="Altin Balaj" userId="11394de60d634ba0" providerId="LiveId" clId="{1918E4C4-68D5-46B0-9F5A-9B873D19706B}" dt="2025-11-27T20:19:02.969" v="152" actId="115"/>
          <ac:spMkLst>
            <pc:docMk/>
            <pc:sldMk cId="988245640" sldId="293"/>
            <ac:spMk id="4" creationId="{4BC446ED-D812-9D21-2A79-2A9F87C8F113}"/>
          </ac:spMkLst>
        </pc:spChg>
        <pc:picChg chg="add mod">
          <ac:chgData name="Altin Balaj" userId="11394de60d634ba0" providerId="LiveId" clId="{1918E4C4-68D5-46B0-9F5A-9B873D19706B}" dt="2025-11-27T21:36:31.074" v="2219" actId="14100"/>
          <ac:picMkLst>
            <pc:docMk/>
            <pc:sldMk cId="988245640" sldId="293"/>
            <ac:picMk id="6" creationId="{B65B0743-1622-15AF-C910-5EACA40497D5}"/>
          </ac:picMkLst>
        </pc:picChg>
      </pc:sldChg>
      <pc:sldChg chg="modSp add mod">
        <pc:chgData name="Altin Balaj" userId="11394de60d634ba0" providerId="LiveId" clId="{1918E4C4-68D5-46B0-9F5A-9B873D19706B}" dt="2025-11-27T20:33:06.744" v="708" actId="20577"/>
        <pc:sldMkLst>
          <pc:docMk/>
          <pc:sldMk cId="519181459" sldId="294"/>
        </pc:sldMkLst>
        <pc:spChg chg="mod">
          <ac:chgData name="Altin Balaj" userId="11394de60d634ba0" providerId="LiveId" clId="{1918E4C4-68D5-46B0-9F5A-9B873D19706B}" dt="2025-11-27T20:33:06.744" v="708" actId="20577"/>
          <ac:spMkLst>
            <pc:docMk/>
            <pc:sldMk cId="519181459" sldId="294"/>
            <ac:spMk id="2" creationId="{9B1F360F-1760-9872-A349-831B34D4EBE4}"/>
          </ac:spMkLst>
        </pc:spChg>
      </pc:sldChg>
      <pc:sldChg chg="addSp modSp add mod">
        <pc:chgData name="Altin Balaj" userId="11394de60d634ba0" providerId="LiveId" clId="{1918E4C4-68D5-46B0-9F5A-9B873D19706B}" dt="2025-11-27T20:32:41.668" v="669" actId="114"/>
        <pc:sldMkLst>
          <pc:docMk/>
          <pc:sldMk cId="2521541913" sldId="295"/>
        </pc:sldMkLst>
        <pc:spChg chg="mod">
          <ac:chgData name="Altin Balaj" userId="11394de60d634ba0" providerId="LiveId" clId="{1918E4C4-68D5-46B0-9F5A-9B873D19706B}" dt="2025-11-27T20:32:41.668" v="669" actId="114"/>
          <ac:spMkLst>
            <pc:docMk/>
            <pc:sldMk cId="2521541913" sldId="295"/>
            <ac:spMk id="2" creationId="{4079DCBB-DAF0-5B1A-0157-FCA074795744}"/>
          </ac:spMkLst>
        </pc:spChg>
        <pc:spChg chg="mod">
          <ac:chgData name="Altin Balaj" userId="11394de60d634ba0" providerId="LiveId" clId="{1918E4C4-68D5-46B0-9F5A-9B873D19706B}" dt="2025-11-27T20:20:47.453" v="210" actId="1076"/>
          <ac:spMkLst>
            <pc:docMk/>
            <pc:sldMk cId="2521541913" sldId="295"/>
            <ac:spMk id="3" creationId="{637E4BCF-12D0-2DCD-0D24-DD9222650252}"/>
          </ac:spMkLst>
        </pc:spChg>
        <pc:spChg chg="add mod">
          <ac:chgData name="Altin Balaj" userId="11394de60d634ba0" providerId="LiveId" clId="{1918E4C4-68D5-46B0-9F5A-9B873D19706B}" dt="2025-11-27T20:32:22.010" v="666" actId="1076"/>
          <ac:spMkLst>
            <pc:docMk/>
            <pc:sldMk cId="2521541913" sldId="295"/>
            <ac:spMk id="4" creationId="{CB780189-4606-9870-673A-EC2D443C7112}"/>
          </ac:spMkLst>
        </pc:spChg>
      </pc:sldChg>
      <pc:sldChg chg="modSp add mod">
        <pc:chgData name="Altin Balaj" userId="11394de60d634ba0" providerId="LiveId" clId="{1918E4C4-68D5-46B0-9F5A-9B873D19706B}" dt="2025-11-27T21:12:54.173" v="1657" actId="1076"/>
        <pc:sldMkLst>
          <pc:docMk/>
          <pc:sldMk cId="1076345774" sldId="296"/>
        </pc:sldMkLst>
        <pc:spChg chg="mod">
          <ac:chgData name="Altin Balaj" userId="11394de60d634ba0" providerId="LiveId" clId="{1918E4C4-68D5-46B0-9F5A-9B873D19706B}" dt="2025-11-27T21:12:54.173" v="1657" actId="1076"/>
          <ac:spMkLst>
            <pc:docMk/>
            <pc:sldMk cId="1076345774" sldId="296"/>
            <ac:spMk id="2" creationId="{B824AB2E-C376-E3C4-5B22-7BEB32AAA38B}"/>
          </ac:spMkLst>
        </pc:spChg>
      </pc:sldChg>
      <pc:sldChg chg="addSp delSp modSp add mod">
        <pc:chgData name="Altin Balaj" userId="11394de60d634ba0" providerId="LiveId" clId="{1918E4C4-68D5-46B0-9F5A-9B873D19706B}" dt="2025-11-30T17:35:09.214" v="2544" actId="20577"/>
        <pc:sldMkLst>
          <pc:docMk/>
          <pc:sldMk cId="4085739535" sldId="297"/>
        </pc:sldMkLst>
        <pc:spChg chg="mod">
          <ac:chgData name="Altin Balaj" userId="11394de60d634ba0" providerId="LiveId" clId="{1918E4C4-68D5-46B0-9F5A-9B873D19706B}" dt="2025-11-27T21:15:53.763" v="1721" actId="1076"/>
          <ac:spMkLst>
            <pc:docMk/>
            <pc:sldMk cId="4085739535" sldId="297"/>
            <ac:spMk id="2" creationId="{265D5617-6393-7C12-208B-17CC04AC7549}"/>
          </ac:spMkLst>
        </pc:spChg>
        <pc:spChg chg="add mod">
          <ac:chgData name="Altin Balaj" userId="11394de60d634ba0" providerId="LiveId" clId="{1918E4C4-68D5-46B0-9F5A-9B873D19706B}" dt="2025-11-30T17:35:09.214" v="2544" actId="20577"/>
          <ac:spMkLst>
            <pc:docMk/>
            <pc:sldMk cId="4085739535" sldId="297"/>
            <ac:spMk id="4" creationId="{1FB2AA12-A0B0-8F89-2D56-6E1C18F751CE}"/>
          </ac:spMkLst>
        </pc:spChg>
      </pc:sldChg>
      <pc:sldChg chg="addSp delSp modSp add mod">
        <pc:chgData name="Altin Balaj" userId="11394de60d634ba0" providerId="LiveId" clId="{1918E4C4-68D5-46B0-9F5A-9B873D19706B}" dt="2025-11-30T17:36:02.213" v="2546" actId="1076"/>
        <pc:sldMkLst>
          <pc:docMk/>
          <pc:sldMk cId="2982535319" sldId="298"/>
        </pc:sldMkLst>
        <pc:spChg chg="mod">
          <ac:chgData name="Altin Balaj" userId="11394de60d634ba0" providerId="LiveId" clId="{1918E4C4-68D5-46B0-9F5A-9B873D19706B}" dt="2025-11-27T21:38:58.998" v="2233" actId="1076"/>
          <ac:spMkLst>
            <pc:docMk/>
            <pc:sldMk cId="2982535319" sldId="298"/>
            <ac:spMk id="3" creationId="{C44425C8-33DB-A3DA-DEA7-A268BDE14747}"/>
          </ac:spMkLst>
        </pc:spChg>
        <pc:spChg chg="add mod">
          <ac:chgData name="Altin Balaj" userId="11394de60d634ba0" providerId="LiveId" clId="{1918E4C4-68D5-46B0-9F5A-9B873D19706B}" dt="2025-11-30T17:36:02.213" v="2546" actId="1076"/>
          <ac:spMkLst>
            <pc:docMk/>
            <pc:sldMk cId="2982535319" sldId="298"/>
            <ac:spMk id="6" creationId="{646B21FA-8091-C290-B833-490AEA5BC22B}"/>
          </ac:spMkLst>
        </pc:spChg>
        <pc:picChg chg="add mod">
          <ac:chgData name="Altin Balaj" userId="11394de60d634ba0" providerId="LiveId" clId="{1918E4C4-68D5-46B0-9F5A-9B873D19706B}" dt="2025-11-27T21:39:12.071" v="2236" actId="14100"/>
          <ac:picMkLst>
            <pc:docMk/>
            <pc:sldMk cId="2982535319" sldId="298"/>
            <ac:picMk id="5" creationId="{FB32D6BF-D2DA-EC72-A1CD-34CEB71629DF}"/>
          </ac:picMkLst>
        </pc:picChg>
      </pc:sldChg>
      <pc:sldChg chg="addSp delSp modSp add mod">
        <pc:chgData name="Altin Balaj" userId="11394de60d634ba0" providerId="LiveId" clId="{1918E4C4-68D5-46B0-9F5A-9B873D19706B}" dt="2025-11-30T17:59:41.505" v="2939"/>
        <pc:sldMkLst>
          <pc:docMk/>
          <pc:sldMk cId="702559254" sldId="299"/>
        </pc:sldMkLst>
        <pc:spChg chg="del mod">
          <ac:chgData name="Altin Balaj" userId="11394de60d634ba0" providerId="LiveId" clId="{1918E4C4-68D5-46B0-9F5A-9B873D19706B}" dt="2025-11-30T17:59:41.505" v="2939"/>
          <ac:spMkLst>
            <pc:docMk/>
            <pc:sldMk cId="702559254" sldId="299"/>
            <ac:spMk id="2" creationId="{C9332F5E-089B-3ED4-E37D-E1F5CB4698E0}"/>
          </ac:spMkLst>
        </pc:spChg>
        <pc:spChg chg="mod">
          <ac:chgData name="Altin Balaj" userId="11394de60d634ba0" providerId="LiveId" clId="{1918E4C4-68D5-46B0-9F5A-9B873D19706B}" dt="2025-11-30T17:38:20.056" v="2559" actId="1076"/>
          <ac:spMkLst>
            <pc:docMk/>
            <pc:sldMk cId="702559254" sldId="299"/>
            <ac:spMk id="3" creationId="{25449692-ED96-DE75-9A92-C3FC98F10B7E}"/>
          </ac:spMkLst>
        </pc:spChg>
        <pc:spChg chg="add mod">
          <ac:chgData name="Altin Balaj" userId="11394de60d634ba0" providerId="LiveId" clId="{1918E4C4-68D5-46B0-9F5A-9B873D19706B}" dt="2025-11-30T17:57:16.355" v="2937" actId="114"/>
          <ac:spMkLst>
            <pc:docMk/>
            <pc:sldMk cId="702559254" sldId="299"/>
            <ac:spMk id="4" creationId="{C9F7E0C8-425D-0625-5F00-1B08F514161E}"/>
          </ac:spMkLst>
        </pc:spChg>
      </pc:sldChg>
      <pc:sldChg chg="addSp modSp add mod">
        <pc:chgData name="Altin Balaj" userId="11394de60d634ba0" providerId="LiveId" clId="{1918E4C4-68D5-46B0-9F5A-9B873D19706B}" dt="2025-11-30T18:26:39.612" v="3851" actId="1076"/>
        <pc:sldMkLst>
          <pc:docMk/>
          <pc:sldMk cId="81664349" sldId="300"/>
        </pc:sldMkLst>
        <pc:spChg chg="mod">
          <ac:chgData name="Altin Balaj" userId="11394de60d634ba0" providerId="LiveId" clId="{1918E4C4-68D5-46B0-9F5A-9B873D19706B}" dt="2025-11-30T18:26:39.612" v="3851" actId="1076"/>
          <ac:spMkLst>
            <pc:docMk/>
            <pc:sldMk cId="81664349" sldId="300"/>
            <ac:spMk id="2" creationId="{2A8BFC7E-23D6-D982-9228-3B58A17898BF}"/>
          </ac:spMkLst>
        </pc:spChg>
        <pc:spChg chg="mod">
          <ac:chgData name="Altin Balaj" userId="11394de60d634ba0" providerId="LiveId" clId="{1918E4C4-68D5-46B0-9F5A-9B873D19706B}" dt="2025-11-30T18:00:27.984" v="2988" actId="1076"/>
          <ac:spMkLst>
            <pc:docMk/>
            <pc:sldMk cId="81664349" sldId="300"/>
            <ac:spMk id="3" creationId="{70E75875-927B-108B-0CDB-8982205A8D33}"/>
          </ac:spMkLst>
        </pc:spChg>
        <pc:spChg chg="add mod">
          <ac:chgData name="Altin Balaj" userId="11394de60d634ba0" providerId="LiveId" clId="{1918E4C4-68D5-46B0-9F5A-9B873D19706B}" dt="2025-11-30T18:21:28.398" v="3847" actId="1076"/>
          <ac:spMkLst>
            <pc:docMk/>
            <pc:sldMk cId="81664349" sldId="300"/>
            <ac:spMk id="4" creationId="{5233608B-FCEE-1B62-B1F2-EB8E10C7661E}"/>
          </ac:spMkLst>
        </pc:spChg>
        <pc:picChg chg="add mod">
          <ac:chgData name="Altin Balaj" userId="11394de60d634ba0" providerId="LiveId" clId="{1918E4C4-68D5-46B0-9F5A-9B873D19706B}" dt="2025-11-30T18:20:25.545" v="3846" actId="1076"/>
          <ac:picMkLst>
            <pc:docMk/>
            <pc:sldMk cId="81664349" sldId="300"/>
            <ac:picMk id="6" creationId="{3BE834F7-023F-BDE9-A77F-CC9B7D4858B0}"/>
          </ac:picMkLst>
        </pc:picChg>
      </pc:sldChg>
      <pc:sldChg chg="addSp delSp modSp add mod">
        <pc:chgData name="Altin Balaj" userId="11394de60d634ba0" providerId="LiveId" clId="{1918E4C4-68D5-46B0-9F5A-9B873D19706B}" dt="2025-11-30T18:53:34.750" v="4927" actId="1076"/>
        <pc:sldMkLst>
          <pc:docMk/>
          <pc:sldMk cId="261540139" sldId="301"/>
        </pc:sldMkLst>
        <pc:spChg chg="mod">
          <ac:chgData name="Altin Balaj" userId="11394de60d634ba0" providerId="LiveId" clId="{1918E4C4-68D5-46B0-9F5A-9B873D19706B}" dt="2025-11-30T18:35:23.687" v="4339" actId="1076"/>
          <ac:spMkLst>
            <pc:docMk/>
            <pc:sldMk cId="261540139" sldId="301"/>
            <ac:spMk id="2" creationId="{46C71220-EB4E-4582-6EC0-65B297BD0817}"/>
          </ac:spMkLst>
        </pc:spChg>
        <pc:spChg chg="add del mod">
          <ac:chgData name="Altin Balaj" userId="11394de60d634ba0" providerId="LiveId" clId="{1918E4C4-68D5-46B0-9F5A-9B873D19706B}" dt="2025-11-30T18:35:40.115" v="4342" actId="20577"/>
          <ac:spMkLst>
            <pc:docMk/>
            <pc:sldMk cId="261540139" sldId="301"/>
            <ac:spMk id="3" creationId="{15B95ED1-04BC-CF4E-1D04-D2BB3279CC62}"/>
          </ac:spMkLst>
        </pc:spChg>
        <pc:spChg chg="add del mod">
          <ac:chgData name="Altin Balaj" userId="11394de60d634ba0" providerId="LiveId" clId="{1918E4C4-68D5-46B0-9F5A-9B873D19706B}" dt="2025-11-30T18:39:53.455" v="4445"/>
          <ac:spMkLst>
            <pc:docMk/>
            <pc:sldMk cId="261540139" sldId="301"/>
            <ac:spMk id="4" creationId="{BF922F1C-C6F1-57E0-0B0D-A420C9F50482}"/>
          </ac:spMkLst>
        </pc:spChg>
        <pc:spChg chg="add mod">
          <ac:chgData name="Altin Balaj" userId="11394de60d634ba0" providerId="LiveId" clId="{1918E4C4-68D5-46B0-9F5A-9B873D19706B}" dt="2025-11-30T18:53:34.750" v="4927" actId="1076"/>
          <ac:spMkLst>
            <pc:docMk/>
            <pc:sldMk cId="261540139" sldId="301"/>
            <ac:spMk id="5" creationId="{9AE4D553-3F56-CAE0-966D-86BFA487373F}"/>
          </ac:spMkLst>
        </pc:spChg>
      </pc:sldChg>
      <pc:sldChg chg="addSp modSp add mod">
        <pc:chgData name="Altin Balaj" userId="11394de60d634ba0" providerId="LiveId" clId="{1918E4C4-68D5-46B0-9F5A-9B873D19706B}" dt="2025-11-30T19:02:12.679" v="5411" actId="114"/>
        <pc:sldMkLst>
          <pc:docMk/>
          <pc:sldMk cId="216725365" sldId="302"/>
        </pc:sldMkLst>
        <pc:spChg chg="mod">
          <ac:chgData name="Altin Balaj" userId="11394de60d634ba0" providerId="LiveId" clId="{1918E4C4-68D5-46B0-9F5A-9B873D19706B}" dt="2025-11-30T18:55:11.340" v="4993" actId="1076"/>
          <ac:spMkLst>
            <pc:docMk/>
            <pc:sldMk cId="216725365" sldId="302"/>
            <ac:spMk id="2" creationId="{A2B42A24-3EBE-9F27-09E8-0E406747DF5B}"/>
          </ac:spMkLst>
        </pc:spChg>
        <pc:spChg chg="add mod">
          <ac:chgData name="Altin Balaj" userId="11394de60d634ba0" providerId="LiveId" clId="{1918E4C4-68D5-46B0-9F5A-9B873D19706B}" dt="2025-11-30T19:02:12.679" v="5411" actId="114"/>
          <ac:spMkLst>
            <pc:docMk/>
            <pc:sldMk cId="216725365" sldId="302"/>
            <ac:spMk id="4" creationId="{AA20D268-5BBF-9DE9-3F23-A566D81ACF80}"/>
          </ac:spMkLst>
        </pc:spChg>
      </pc:sldChg>
      <pc:sldChg chg="addSp modSp add mod">
        <pc:chgData name="Altin Balaj" userId="11394de60d634ba0" providerId="LiveId" clId="{1918E4C4-68D5-46B0-9F5A-9B873D19706B}" dt="2025-11-30T19:30:09.027" v="6256" actId="14100"/>
        <pc:sldMkLst>
          <pc:docMk/>
          <pc:sldMk cId="1474396268" sldId="303"/>
        </pc:sldMkLst>
        <pc:spChg chg="mod">
          <ac:chgData name="Altin Balaj" userId="11394de60d634ba0" providerId="LiveId" clId="{1918E4C4-68D5-46B0-9F5A-9B873D19706B}" dt="2025-11-30T19:05:52.340" v="5460" actId="20577"/>
          <ac:spMkLst>
            <pc:docMk/>
            <pc:sldMk cId="1474396268" sldId="303"/>
            <ac:spMk id="2" creationId="{C8291F68-8BEB-071C-6B03-89A242B2AD6D}"/>
          </ac:spMkLst>
        </pc:spChg>
        <pc:spChg chg="add mod">
          <ac:chgData name="Altin Balaj" userId="11394de60d634ba0" providerId="LiveId" clId="{1918E4C4-68D5-46B0-9F5A-9B873D19706B}" dt="2025-11-30T19:29:50.515" v="6251" actId="1076"/>
          <ac:spMkLst>
            <pc:docMk/>
            <pc:sldMk cId="1474396268" sldId="303"/>
            <ac:spMk id="4" creationId="{8AC148B7-D5D5-493B-D6E5-ED3AB8D360BF}"/>
          </ac:spMkLst>
        </pc:spChg>
        <pc:picChg chg="add mod">
          <ac:chgData name="Altin Balaj" userId="11394de60d634ba0" providerId="LiveId" clId="{1918E4C4-68D5-46B0-9F5A-9B873D19706B}" dt="2025-11-30T19:30:09.027" v="6256" actId="14100"/>
          <ac:picMkLst>
            <pc:docMk/>
            <pc:sldMk cId="1474396268" sldId="303"/>
            <ac:picMk id="6" creationId="{3DD33028-630A-E9EE-D752-B729A732DA06}"/>
          </ac:picMkLst>
        </pc:picChg>
      </pc:sldChg>
      <pc:sldChg chg="addSp modSp add mod">
        <pc:chgData name="Altin Balaj" userId="11394de60d634ba0" providerId="LiveId" clId="{1918E4C4-68D5-46B0-9F5A-9B873D19706B}" dt="2025-11-30T19:34:38.687" v="6458" actId="114"/>
        <pc:sldMkLst>
          <pc:docMk/>
          <pc:sldMk cId="2858695806" sldId="304"/>
        </pc:sldMkLst>
        <pc:spChg chg="mod">
          <ac:chgData name="Altin Balaj" userId="11394de60d634ba0" providerId="LiveId" clId="{1918E4C4-68D5-46B0-9F5A-9B873D19706B}" dt="2025-11-30T19:31:27.669" v="6301" actId="1076"/>
          <ac:spMkLst>
            <pc:docMk/>
            <pc:sldMk cId="2858695806" sldId="304"/>
            <ac:spMk id="2" creationId="{1A01870A-2E7A-F9B9-4AA3-486785FB2401}"/>
          </ac:spMkLst>
        </pc:spChg>
        <pc:spChg chg="mod">
          <ac:chgData name="Altin Balaj" userId="11394de60d634ba0" providerId="LiveId" clId="{1918E4C4-68D5-46B0-9F5A-9B873D19706B}" dt="2025-11-30T19:31:44.605" v="6302" actId="1076"/>
          <ac:spMkLst>
            <pc:docMk/>
            <pc:sldMk cId="2858695806" sldId="304"/>
            <ac:spMk id="3" creationId="{7374ED65-D215-22C7-59CB-89B41116F282}"/>
          </ac:spMkLst>
        </pc:spChg>
        <pc:spChg chg="add mod">
          <ac:chgData name="Altin Balaj" userId="11394de60d634ba0" providerId="LiveId" clId="{1918E4C4-68D5-46B0-9F5A-9B873D19706B}" dt="2025-11-30T19:34:38.687" v="6458" actId="114"/>
          <ac:spMkLst>
            <pc:docMk/>
            <pc:sldMk cId="2858695806" sldId="304"/>
            <ac:spMk id="4" creationId="{C2874C67-CC06-1F20-3F5A-824D3243C3F5}"/>
          </ac:spMkLst>
        </pc:spChg>
        <pc:picChg chg="add mod">
          <ac:chgData name="Altin Balaj" userId="11394de60d634ba0" providerId="LiveId" clId="{1918E4C4-68D5-46B0-9F5A-9B873D19706B}" dt="2025-11-30T19:34:01.262" v="6453" actId="1076"/>
          <ac:picMkLst>
            <pc:docMk/>
            <pc:sldMk cId="2858695806" sldId="304"/>
            <ac:picMk id="6" creationId="{99082CCB-A687-2693-30E7-A69E074D2A24}"/>
          </ac:picMkLst>
        </pc:picChg>
      </pc:sldChg>
      <pc:sldChg chg="addSp modSp add mod">
        <pc:chgData name="Altin Balaj" userId="11394de60d634ba0" providerId="LiveId" clId="{1918E4C4-68D5-46B0-9F5A-9B873D19706B}" dt="2025-11-30T19:51:20.126" v="7341" actId="207"/>
        <pc:sldMkLst>
          <pc:docMk/>
          <pc:sldMk cId="3672446602" sldId="305"/>
        </pc:sldMkLst>
        <pc:spChg chg="mod">
          <ac:chgData name="Altin Balaj" userId="11394de60d634ba0" providerId="LiveId" clId="{1918E4C4-68D5-46B0-9F5A-9B873D19706B}" dt="2025-11-30T19:36:37.848" v="6491" actId="1076"/>
          <ac:spMkLst>
            <pc:docMk/>
            <pc:sldMk cId="3672446602" sldId="305"/>
            <ac:spMk id="2" creationId="{3B6A656A-A37A-BEC6-EF6C-E21C5F86A89E}"/>
          </ac:spMkLst>
        </pc:spChg>
        <pc:spChg chg="add mod">
          <ac:chgData name="Altin Balaj" userId="11394de60d634ba0" providerId="LiveId" clId="{1918E4C4-68D5-46B0-9F5A-9B873D19706B}" dt="2025-11-30T19:51:20.126" v="7341" actId="207"/>
          <ac:spMkLst>
            <pc:docMk/>
            <pc:sldMk cId="3672446602" sldId="305"/>
            <ac:spMk id="4" creationId="{34AEB3D7-D9AB-6668-36F0-C37F7282E4C4}"/>
          </ac:spMkLst>
        </pc:spChg>
      </pc:sldChg>
      <pc:sldChg chg="modSp add mod">
        <pc:chgData name="Altin Balaj" userId="11394de60d634ba0" providerId="LiveId" clId="{1918E4C4-68D5-46B0-9F5A-9B873D19706B}" dt="2025-11-30T19:51:58.618" v="7375" actId="20577"/>
        <pc:sldMkLst>
          <pc:docMk/>
          <pc:sldMk cId="2024368270" sldId="306"/>
        </pc:sldMkLst>
        <pc:spChg chg="mod">
          <ac:chgData name="Altin Balaj" userId="11394de60d634ba0" providerId="LiveId" clId="{1918E4C4-68D5-46B0-9F5A-9B873D19706B}" dt="2025-11-30T19:51:58.618" v="7375" actId="20577"/>
          <ac:spMkLst>
            <pc:docMk/>
            <pc:sldMk cId="2024368270" sldId="306"/>
            <ac:spMk id="2" creationId="{92887F2D-1D60-E0AD-0EF0-1051F5856A1C}"/>
          </ac:spMkLst>
        </pc:spChg>
      </pc:sldChg>
      <pc:sldChg chg="add del">
        <pc:chgData name="Altin Balaj" userId="11394de60d634ba0" providerId="LiveId" clId="{1918E4C4-68D5-46B0-9F5A-9B873D19706B}" dt="2025-11-30T19:52:12.977" v="7376" actId="47"/>
        <pc:sldMkLst>
          <pc:docMk/>
          <pc:sldMk cId="745408164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5AA61-159B-422F-A232-7165C1E995B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3BD5A-5858-4F58-AD57-DE8A64C1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99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E7AE-54AE-424C-B3B1-BA0493377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B3B-977E-49C1-9F55-A0CBFB485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B32DE-06FC-46AE-8C75-067C0BE7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99D29-6B16-46B3-A8E3-6A3DF5A3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4C990-D176-419B-9971-9E2B0445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8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D283-0E8C-4259-BBCB-DD0BA9EB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681B-8BF1-4E9A-9B2A-630E7D0A4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C83ED-0E32-4382-8DA6-F6E00FB3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148C-D545-469F-8E06-49E1D064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6A594-29F6-4B36-8D28-0CCB2498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78AA-5391-4CEF-AA01-C4F8C7DB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CAD42-C896-46E3-BD95-28F37D2CA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195C0-C92D-4F2A-A384-941D94C8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91803-15D9-4604-9A9B-90A76EB6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351D8-FE67-40F8-955F-7488F2C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6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7D74-CB71-4319-B413-4E14FD0C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54D7F-2B32-4B6A-8C39-AAA5C5C2C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5BA6E-B408-4020-B431-6242118DC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889B3-A62E-4B84-8E43-B7788610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B1844-6133-493E-ACF7-730D7797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6BDFA-2CD2-4E3E-8F70-85265D32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63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CC32-3F3A-4C5B-AD41-B4EE15AE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DA63E-EF0F-46B0-A56B-50FF10408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B66BA-3BFC-44EE-AA2F-837C655A4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F00CA-D15C-4EEE-B82B-698B2A5CC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F16E9-BBC2-4149-A263-017AD9DCD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8A6DD-D40D-4F73-929E-BFC0C061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F06C9-236E-484B-BB9B-0871C0F8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BE5D4-902F-4184-B0F5-0CA2319E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59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CA58-6013-4CD7-BE2C-09526128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EF691-2C3F-4507-8D5C-83B66101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7D97A-C62B-44FC-B192-B4777BA1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B2804-A69B-4F8B-8108-1ECD9D00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90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8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0343-7959-4DBD-B48A-F642AC18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7C643-DE3A-4635-9253-DAA55984A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342CE-0B6B-4315-90D0-072F6B9B3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C7D2F-EE19-48BA-B908-86C534A4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F7DBD-D35A-4E52-A105-604EB4C5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D40D5-D15F-4FD1-953B-1459CE88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4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642D-42C4-4927-A63E-7692FDC7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D1ADF-163A-47EB-9C9E-28C24593C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794FF-C2EB-4ECC-B536-EC6ECDF9E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D8F74-66C4-4E76-B226-E3BC9E54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1736-AF1E-473A-AEF9-5A2149787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55433-2DF0-4732-AE11-1DF75601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75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BAFD-E675-45DC-A506-DEE12F9C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E6ED0-579D-4649-B0A7-C5161DC78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0520-25DE-4ABC-BAB0-BD0CF343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49F6F-8F83-4C11-A6D5-80F76A76F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88D88-B67C-4C5C-A123-0CB7FEF6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33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CA787-37A3-47A4-AB13-0035CF047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BE61D-4893-4E9D-ACE2-8267CF0AC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24AE8-150A-4882-9DC5-688C3943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95F3-5CF1-4CA2-B1F5-4A4F695A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07394-3271-4C77-B49A-7CBFACAE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37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FFCCD9-C9E3-482E-85B2-C6E618E9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E2546-19BC-40E7-8D0F-6FA9450EE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F373C-B737-4E1D-8962-ED6C042A2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893F7-D7CE-4221-85A1-8220754D75D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CF329-81CD-4D07-93CB-3A98DC111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CFED-49C7-4A0A-B26E-00FFC4906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B7856-152A-4899-8BB2-70158D09D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52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CFCC56-B4A6-43D0-87CA-B142A2D943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84BED8-2CA7-4DC1-9220-9D474D701DF3}"/>
              </a:ext>
            </a:extLst>
          </p:cNvPr>
          <p:cNvSpPr/>
          <p:nvPr/>
        </p:nvSpPr>
        <p:spPr>
          <a:xfrm>
            <a:off x="1766454" y="799053"/>
            <a:ext cx="26468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800" b="1" i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RRETHI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446ED-D812-9D21-2A79-2A9F87C8F113}"/>
              </a:ext>
            </a:extLst>
          </p:cNvPr>
          <p:cNvSpPr txBox="1"/>
          <p:nvPr/>
        </p:nvSpPr>
        <p:spPr>
          <a:xfrm flipH="1">
            <a:off x="716972" y="4904508"/>
            <a:ext cx="2098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PUNOI ; UJANA BALAJ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PROFE ; FLORIE OSMANAJ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KLASA ; 12/9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B0743-1622-15AF-C910-5EACA4049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06" y="2524991"/>
            <a:ext cx="7340072" cy="381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4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0151-2F10-2E16-5A22-92F67DCE0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7E4BCF-12D0-2DCD-0D24-DD92226502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79DCBB-DAF0-5B1A-0157-FCA074795744}"/>
              </a:ext>
            </a:extLst>
          </p:cNvPr>
          <p:cNvSpPr/>
          <p:nvPr/>
        </p:nvSpPr>
        <p:spPr>
          <a:xfrm>
            <a:off x="2703976" y="1377841"/>
            <a:ext cx="61605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PERMBAJTA E PROJEKTIT</a:t>
            </a:r>
          </a:p>
          <a:p>
            <a:pPr algn="ctr"/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80189-4606-9870-673A-EC2D443C7112}"/>
              </a:ext>
            </a:extLst>
          </p:cNvPr>
          <p:cNvSpPr txBox="1"/>
          <p:nvPr/>
        </p:nvSpPr>
        <p:spPr>
          <a:xfrm rot="10800000" flipV="1">
            <a:off x="2942966" y="2578171"/>
            <a:ext cx="701386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EKUACIONI KANONIK I RRETHIT</a:t>
            </a: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DREJTEZA DHE RRETHI</a:t>
            </a: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POZITA RECIPROKE E DY RRATHEVE</a:t>
            </a: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TANGJENTET E PERBASHKETA TE DY RRATHEVE</a:t>
            </a:r>
          </a:p>
        </p:txBody>
      </p:sp>
    </p:spTree>
    <p:extLst>
      <p:ext uri="{BB962C8B-B14F-4D97-AF65-F5344CB8AC3E}">
        <p14:creationId xmlns:p14="http://schemas.microsoft.com/office/powerpoint/2010/main" val="252154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4CB87-2AB5-EDB4-91BD-32B8AD1C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CFFD5B9-2A22-D2BE-45C8-839091D004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1F360F-1760-9872-A349-831B34D4EBE4}"/>
              </a:ext>
            </a:extLst>
          </p:cNvPr>
          <p:cNvSpPr/>
          <p:nvPr/>
        </p:nvSpPr>
        <p:spPr>
          <a:xfrm>
            <a:off x="4597189" y="3105835"/>
            <a:ext cx="29976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HISTORIKU ;</a:t>
            </a:r>
          </a:p>
        </p:txBody>
      </p:sp>
    </p:spTree>
    <p:extLst>
      <p:ext uri="{BB962C8B-B14F-4D97-AF65-F5344CB8AC3E}">
        <p14:creationId xmlns:p14="http://schemas.microsoft.com/office/powerpoint/2010/main" val="51918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D076-BB48-142A-BF63-27350892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8CC5D6-1DCB-6538-F15F-2583DB3C8C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824AB2E-C376-E3C4-5B22-7BEB32AAA38B}"/>
                  </a:ext>
                </a:extLst>
              </p:cNvPr>
              <p:cNvSpPr/>
              <p:nvPr/>
            </p:nvSpPr>
            <p:spPr>
              <a:xfrm>
                <a:off x="437631" y="838403"/>
                <a:ext cx="11316737" cy="53860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QE NE LASHTESI NJEREZIT VUNE RE FORMAT RRETHORE NE NATYRE</a:t>
                </a:r>
              </a:p>
              <a:p>
                <a:pPr algn="ctr"/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(DIELLI,HENA,UNAZAT E PEMEVE) DHE FILLUAN TI PERDORIN.</a:t>
                </a:r>
              </a:p>
              <a:p>
                <a:pPr algn="ctr"/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ctr">
                  <a:buFontTx/>
                  <a:buChar char="-"/>
                </a:pP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SUMERET DHE BABILONASIT ; PERLLOGARITJET E PARA TE PARAMETRIT DHE</a:t>
                </a:r>
              </a:p>
              <a:p>
                <a:pPr algn="ctr"/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SIPERFAQES SE RRETHIT.</a:t>
                </a:r>
              </a:p>
              <a:p>
                <a:pPr algn="ctr"/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ctr">
                  <a:buFontTx/>
                  <a:buChar char="-"/>
                </a:pP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EGJIPTIANET ; NE PAPIRUSIN RHIND U PERDOR NJE AFRIM TJETER I </a:t>
                </a:r>
                <a14:m>
                  <m:oMath xmlns:m="http://schemas.openxmlformats.org/officeDocument/2006/math">
                    <m:r>
                      <a:rPr lang="el-GR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𝝅</m:t>
                    </m:r>
                  </m:oMath>
                </a14:m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ctr">
                  <a:buFontTx/>
                  <a:buChar char="-"/>
                </a:pP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Greket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lashte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;</a:t>
                </a: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Euclidi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botoi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perkufizimin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klasik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rrethit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ne  “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Elementet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”,</a:t>
                </a:r>
              </a:p>
              <a:p>
                <a:pPr marL="285750" indent="-285750" algn="ctr">
                  <a:buFontTx/>
                  <a:buChar char="-"/>
                </a:pP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Arkimeti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ishte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 pari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llogariti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𝝅</m:t>
                    </m:r>
                  </m:oMath>
                </a14:m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saktesi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madhe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duke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perdorur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shumekendesha</a:t>
                </a: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brendeshem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dhe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jashtem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ctr"/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Mesjeta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;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rrethi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perdor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gjeresisht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ne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gjeometri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astronomi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dhe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arkitekture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 algn="ctr">
                  <a:buFontTx/>
                  <a:buChar char="-"/>
                </a:pPr>
                <a:endParaRPr lang="en-IN" sz="20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ctr">
                  <a:buFontTx/>
                  <a:buChar char="-"/>
                </a:pP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Rilindja ;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filloi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zhvillimi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trigonometrise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modern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ku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rrethi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njesi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luajti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rol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N" sz="2000" b="1" i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qendror</a:t>
                </a:r>
                <a:r>
                  <a:rPr lang="en-IN" sz="2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824AB2E-C376-E3C4-5B22-7BEB32AAA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31" y="838403"/>
                <a:ext cx="11316737" cy="5386090"/>
              </a:xfrm>
              <a:prstGeom prst="rect">
                <a:avLst/>
              </a:prstGeom>
              <a:blipFill>
                <a:blip r:embed="rId3"/>
                <a:stretch>
                  <a:fillRect b="-1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34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202D-F2E1-D0AE-C8D2-97610E3B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D43A0C-E55A-3EDB-F556-206FFC8190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5D5617-6393-7C12-208B-17CC04AC7549}"/>
              </a:ext>
            </a:extLst>
          </p:cNvPr>
          <p:cNvSpPr/>
          <p:nvPr/>
        </p:nvSpPr>
        <p:spPr>
          <a:xfrm>
            <a:off x="2629920" y="601626"/>
            <a:ext cx="76803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EKUACIONI KANONIK I RRETHIT 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2AA12-A0B0-8F89-2D56-6E1C18F751CE}"/>
              </a:ext>
            </a:extLst>
          </p:cNvPr>
          <p:cNvSpPr txBox="1"/>
          <p:nvPr/>
        </p:nvSpPr>
        <p:spPr>
          <a:xfrm>
            <a:off x="883227" y="1724892"/>
            <a:ext cx="1011035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b="1" i="1" dirty="0" err="1">
                <a:solidFill>
                  <a:schemeClr val="bg1"/>
                </a:solidFill>
              </a:rPr>
              <a:t>Perkufizimin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vijes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rrethore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si</a:t>
            </a:r>
            <a:r>
              <a:rPr lang="en-US" sz="2800" b="1" i="1" dirty="0">
                <a:solidFill>
                  <a:schemeClr val="bg1"/>
                </a:solidFill>
              </a:rPr>
              <a:t> vend </a:t>
            </a:r>
            <a:r>
              <a:rPr lang="en-US" sz="2800" b="1" i="1" dirty="0" err="1">
                <a:solidFill>
                  <a:schemeClr val="bg1"/>
                </a:solidFill>
              </a:rPr>
              <a:t>gjeometrik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pikash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rrafsh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njelloj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larguara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 </a:t>
            </a:r>
            <a:r>
              <a:rPr lang="en-US" sz="2800" b="1" i="1" dirty="0" err="1">
                <a:solidFill>
                  <a:schemeClr val="bg1"/>
                </a:solidFill>
              </a:rPr>
              <a:t>qe</a:t>
            </a:r>
            <a:r>
              <a:rPr lang="en-US" sz="2800" b="1" i="1" dirty="0">
                <a:solidFill>
                  <a:schemeClr val="bg1"/>
                </a:solidFill>
              </a:rPr>
              <a:t> 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qender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vijes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rrethore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  <a:p>
            <a:endParaRPr lang="en-US" sz="2000" b="1" i="1" dirty="0">
              <a:solidFill>
                <a:schemeClr val="bg1"/>
              </a:solidFill>
            </a:endParaRPr>
          </a:p>
          <a:p>
            <a:endParaRPr lang="en-US" sz="2000" b="1" i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800" b="1" i="1" dirty="0">
                <a:solidFill>
                  <a:schemeClr val="bg1"/>
                </a:solidFill>
              </a:rPr>
              <a:t>PERKUFIZIMI I RRETHIT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RRETH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vendi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gjeometrik</a:t>
            </a:r>
            <a:r>
              <a:rPr lang="en-US" sz="2800" b="1" i="1" dirty="0">
                <a:solidFill>
                  <a:schemeClr val="bg1"/>
                </a:solidFill>
              </a:rPr>
              <a:t> I </a:t>
            </a:r>
            <a:r>
              <a:rPr lang="en-US" sz="2800" b="1" i="1" dirty="0" err="1">
                <a:solidFill>
                  <a:schemeClr val="bg1"/>
                </a:solidFill>
              </a:rPr>
              <a:t>pikave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rrafsh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</a:t>
            </a:r>
            <a:r>
              <a:rPr lang="en-US" sz="2800" b="1" i="1" dirty="0">
                <a:solidFill>
                  <a:schemeClr val="bg1"/>
                </a:solidFill>
              </a:rPr>
              <a:t> jane </a:t>
            </a:r>
            <a:r>
              <a:rPr lang="en-US" sz="2800" b="1" i="1" dirty="0" err="1">
                <a:solidFill>
                  <a:schemeClr val="bg1"/>
                </a:solidFill>
              </a:rPr>
              <a:t>baras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larguara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e </a:t>
            </a:r>
            <a:r>
              <a:rPr lang="en-US" sz="2800" b="1" i="1" dirty="0" err="1">
                <a:solidFill>
                  <a:schemeClr val="bg1"/>
                </a:solidFill>
              </a:rPr>
              <a:t>fikesuar</a:t>
            </a:r>
            <a:r>
              <a:rPr lang="en-US" sz="2800" b="1" i="1" dirty="0">
                <a:solidFill>
                  <a:schemeClr val="bg1"/>
                </a:solidFill>
              </a:rPr>
              <a:t> Q e </a:t>
            </a:r>
            <a:r>
              <a:rPr lang="en-US" sz="2800" b="1" i="1" dirty="0" err="1">
                <a:solidFill>
                  <a:schemeClr val="bg1"/>
                </a:solidFill>
              </a:rPr>
              <a:t>atij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rrafshi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Pika Q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qender</a:t>
            </a:r>
            <a:r>
              <a:rPr lang="en-US" sz="2800" b="1" i="1" dirty="0">
                <a:solidFill>
                  <a:schemeClr val="bg1"/>
                </a:solidFill>
              </a:rPr>
              <a:t>  e </a:t>
            </a:r>
            <a:r>
              <a:rPr lang="en-US" sz="2800" b="1" i="1" dirty="0" err="1">
                <a:solidFill>
                  <a:schemeClr val="bg1"/>
                </a:solidFill>
              </a:rPr>
              <a:t>rrethit</a:t>
            </a:r>
            <a:r>
              <a:rPr lang="en-US" sz="2800" b="1" i="1" dirty="0">
                <a:solidFill>
                  <a:schemeClr val="bg1"/>
                </a:solidFill>
              </a:rPr>
              <a:t> , </a:t>
            </a:r>
            <a:r>
              <a:rPr lang="en-US" sz="2800" b="1" i="1" dirty="0" err="1">
                <a:solidFill>
                  <a:schemeClr val="bg1"/>
                </a:solidFill>
              </a:rPr>
              <a:t>kurse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largesia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pikave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rrethit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qendra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tij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rreze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rrethit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dhe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zakonisht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shenohet</a:t>
            </a:r>
            <a:r>
              <a:rPr lang="en-US" sz="2800" b="1" i="1" dirty="0">
                <a:solidFill>
                  <a:schemeClr val="bg1"/>
                </a:solidFill>
              </a:rPr>
              <a:t> me r.</a:t>
            </a:r>
          </a:p>
        </p:txBody>
      </p:sp>
    </p:spTree>
    <p:extLst>
      <p:ext uri="{BB962C8B-B14F-4D97-AF65-F5344CB8AC3E}">
        <p14:creationId xmlns:p14="http://schemas.microsoft.com/office/powerpoint/2010/main" val="408573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E562-1073-9555-43E4-3629C942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4425C8-33DB-A3DA-DEA7-A268BDE14747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2D6BF-D2DA-EC72-A1CD-34CEB7162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81" y="223377"/>
            <a:ext cx="9684774" cy="4161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6B21FA-8091-C290-B833-490AEA5BC22B}"/>
              </a:ext>
            </a:extLst>
          </p:cNvPr>
          <p:cNvSpPr txBox="1"/>
          <p:nvPr/>
        </p:nvSpPr>
        <p:spPr>
          <a:xfrm>
            <a:off x="1224116" y="4608565"/>
            <a:ext cx="9419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Ekuacioni</a:t>
            </a:r>
            <a:r>
              <a:rPr lang="en-US" dirty="0">
                <a:solidFill>
                  <a:schemeClr val="bg1"/>
                </a:solidFill>
              </a:rPr>
              <a:t> (2) </a:t>
            </a:r>
            <a:r>
              <a:rPr lang="en-US" dirty="0" err="1">
                <a:solidFill>
                  <a:schemeClr val="bg1"/>
                </a:solidFill>
              </a:rPr>
              <a:t>quhet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ekuacioni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kanonik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rrethit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VETITE E PERGJITHSHME TE EKUACIONIT TE RRETHIT</a:t>
            </a:r>
          </a:p>
          <a:p>
            <a:r>
              <a:rPr lang="en-US" dirty="0">
                <a:solidFill>
                  <a:schemeClr val="bg1"/>
                </a:solidFill>
              </a:rPr>
              <a:t> 1. </a:t>
            </a:r>
            <a:r>
              <a:rPr lang="en-US" dirty="0" err="1">
                <a:solidFill>
                  <a:schemeClr val="bg1"/>
                </a:solidFill>
              </a:rPr>
              <a:t>Eshte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ekuacion</a:t>
            </a:r>
            <a:r>
              <a:rPr lang="en-US" dirty="0">
                <a:solidFill>
                  <a:schemeClr val="bg1"/>
                </a:solidFill>
              </a:rPr>
              <a:t> I grades (</a:t>
            </a:r>
            <a:r>
              <a:rPr lang="en-US" dirty="0" err="1">
                <a:solidFill>
                  <a:schemeClr val="bg1"/>
                </a:solidFill>
              </a:rPr>
              <a:t>shkalles</a:t>
            </a:r>
            <a:r>
              <a:rPr lang="en-US" dirty="0">
                <a:solidFill>
                  <a:schemeClr val="bg1"/>
                </a:solidFill>
              </a:rPr>
              <a:t>) se </a:t>
            </a:r>
            <a:r>
              <a:rPr lang="en-US" dirty="0" err="1">
                <a:solidFill>
                  <a:schemeClr val="bg1"/>
                </a:solidFill>
              </a:rPr>
              <a:t>dyte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 2. </a:t>
            </a:r>
            <a:r>
              <a:rPr lang="en-US" dirty="0" err="1">
                <a:solidFill>
                  <a:schemeClr val="bg1"/>
                </a:solidFill>
              </a:rPr>
              <a:t>Koeficientet</a:t>
            </a:r>
            <a:r>
              <a:rPr lang="en-US" dirty="0">
                <a:solidFill>
                  <a:schemeClr val="bg1"/>
                </a:solidFill>
              </a:rPr>
              <a:t> e x</a:t>
            </a:r>
            <a:r>
              <a:rPr lang="en-US" sz="8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dhe</a:t>
            </a:r>
            <a:r>
              <a:rPr lang="en-US" dirty="0">
                <a:solidFill>
                  <a:schemeClr val="bg1"/>
                </a:solidFill>
              </a:rPr>
              <a:t> y</a:t>
            </a:r>
            <a:r>
              <a:rPr lang="en-US" sz="8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jane </a:t>
            </a:r>
            <a:r>
              <a:rPr lang="en-US" dirty="0" err="1">
                <a:solidFill>
                  <a:schemeClr val="bg1"/>
                </a:solidFill>
              </a:rPr>
              <a:t>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barabarta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3. </a:t>
            </a:r>
            <a:r>
              <a:rPr lang="en-US" dirty="0" err="1">
                <a:solidFill>
                  <a:schemeClr val="bg1"/>
                </a:solidFill>
              </a:rPr>
              <a:t>Ekuacionet</a:t>
            </a:r>
            <a:r>
              <a:rPr lang="en-US" dirty="0">
                <a:solidFill>
                  <a:schemeClr val="bg1"/>
                </a:solidFill>
              </a:rPr>
              <a:t> I </a:t>
            </a:r>
            <a:r>
              <a:rPr lang="en-US" dirty="0" err="1">
                <a:solidFill>
                  <a:schemeClr val="bg1"/>
                </a:solidFill>
              </a:rPr>
              <a:t>mungon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termi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53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246F-07AB-1933-D72C-8040D3F2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449692-ED96-DE75-9A92-C3FC98F10B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7E0C8-425D-0625-5F00-1B08F514161E}"/>
              </a:ext>
            </a:extLst>
          </p:cNvPr>
          <p:cNvSpPr txBox="1"/>
          <p:nvPr/>
        </p:nvSpPr>
        <p:spPr>
          <a:xfrm>
            <a:off x="2348345" y="893618"/>
            <a:ext cx="626571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err="1">
                <a:solidFill>
                  <a:schemeClr val="bg1"/>
                </a:solidFill>
              </a:rPr>
              <a:t>Ekuacioni</a:t>
            </a:r>
            <a:r>
              <a:rPr lang="en-US" sz="3200" b="1" i="1" dirty="0">
                <a:solidFill>
                  <a:schemeClr val="bg1"/>
                </a:solidFill>
              </a:rPr>
              <a:t> I </a:t>
            </a:r>
            <a:r>
              <a:rPr lang="en-US" sz="3200" b="1" i="1" dirty="0" err="1">
                <a:solidFill>
                  <a:schemeClr val="bg1"/>
                </a:solidFill>
              </a:rPr>
              <a:t>rrethit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nga</a:t>
            </a:r>
            <a:r>
              <a:rPr lang="en-US" sz="3200" b="1" i="1" dirty="0">
                <a:solidFill>
                  <a:schemeClr val="bg1"/>
                </a:solidFill>
              </a:rPr>
              <a:t> forma </a:t>
            </a:r>
            <a:r>
              <a:rPr lang="en-US" sz="3200" b="1" i="1" dirty="0" err="1">
                <a:solidFill>
                  <a:schemeClr val="bg1"/>
                </a:solidFill>
              </a:rPr>
              <a:t>kanonike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sillet</a:t>
            </a:r>
            <a:r>
              <a:rPr lang="en-US" sz="3200" b="1" i="1" dirty="0">
                <a:solidFill>
                  <a:schemeClr val="bg1"/>
                </a:solidFill>
              </a:rPr>
              <a:t> ne </a:t>
            </a:r>
            <a:r>
              <a:rPr lang="en-US" sz="3200" b="1" i="1" dirty="0" err="1">
                <a:solidFill>
                  <a:schemeClr val="bg1"/>
                </a:solidFill>
              </a:rPr>
              <a:t>formen</a:t>
            </a:r>
            <a:r>
              <a:rPr lang="en-US" sz="3200" b="1" i="1" dirty="0">
                <a:solidFill>
                  <a:schemeClr val="bg1"/>
                </a:solidFill>
              </a:rPr>
              <a:t> e </a:t>
            </a:r>
            <a:r>
              <a:rPr lang="en-US" sz="3200" b="1" i="1" dirty="0" err="1">
                <a:solidFill>
                  <a:schemeClr val="bg1"/>
                </a:solidFill>
              </a:rPr>
              <a:t>pergjithshme,duke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ngritur</a:t>
            </a:r>
            <a:r>
              <a:rPr lang="en-US" sz="3200" b="1" i="1" dirty="0">
                <a:solidFill>
                  <a:schemeClr val="bg1"/>
                </a:solidFill>
              </a:rPr>
              <a:t> ne </a:t>
            </a:r>
            <a:r>
              <a:rPr lang="en-US" sz="3200" b="1" i="1" dirty="0" err="1">
                <a:solidFill>
                  <a:schemeClr val="bg1"/>
                </a:solidFill>
              </a:rPr>
              <a:t>katror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shprehjet</a:t>
            </a:r>
            <a:r>
              <a:rPr lang="en-US" sz="3200" b="1" i="1" dirty="0">
                <a:solidFill>
                  <a:schemeClr val="bg1"/>
                </a:solidFill>
              </a:rPr>
              <a:t> (x-p)2  </a:t>
            </a:r>
            <a:r>
              <a:rPr lang="en-US" sz="3200" b="1" i="1" dirty="0" err="1">
                <a:solidFill>
                  <a:schemeClr val="bg1"/>
                </a:solidFill>
              </a:rPr>
              <a:t>dhe</a:t>
            </a:r>
            <a:r>
              <a:rPr lang="en-US" sz="3200" b="1" i="1" dirty="0">
                <a:solidFill>
                  <a:schemeClr val="bg1"/>
                </a:solidFill>
              </a:rPr>
              <a:t> (x-q)2.</a:t>
            </a:r>
          </a:p>
          <a:p>
            <a:r>
              <a:rPr lang="en-US" sz="3200" b="1" i="1" dirty="0">
                <a:solidFill>
                  <a:schemeClr val="bg1"/>
                </a:solidFill>
              </a:rPr>
              <a:t>E </a:t>
            </a:r>
            <a:r>
              <a:rPr lang="en-US" sz="3200" b="1" i="1" dirty="0" err="1">
                <a:solidFill>
                  <a:schemeClr val="bg1"/>
                </a:solidFill>
              </a:rPr>
              <a:t>anasjelltas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behet</a:t>
            </a:r>
            <a:r>
              <a:rPr lang="en-US" sz="3200" b="1" i="1" dirty="0">
                <a:solidFill>
                  <a:schemeClr val="bg1"/>
                </a:solidFill>
              </a:rPr>
              <a:t> duke </a:t>
            </a:r>
            <a:r>
              <a:rPr lang="en-US" sz="3200" b="1" i="1" dirty="0" err="1">
                <a:solidFill>
                  <a:schemeClr val="bg1"/>
                </a:solidFill>
              </a:rPr>
              <a:t>sjelle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trinomet</a:t>
            </a:r>
            <a:r>
              <a:rPr lang="en-US" sz="3200" b="1" i="1" dirty="0">
                <a:solidFill>
                  <a:schemeClr val="bg1"/>
                </a:solidFill>
              </a:rPr>
              <a:t> </a:t>
            </a:r>
            <a:r>
              <a:rPr lang="en-US" sz="3200" b="1" i="1" dirty="0" err="1">
                <a:solidFill>
                  <a:schemeClr val="bg1"/>
                </a:solidFill>
              </a:rPr>
              <a:t>kuadratike</a:t>
            </a:r>
            <a:r>
              <a:rPr lang="en-US" sz="3200" b="1" i="1" dirty="0">
                <a:solidFill>
                  <a:schemeClr val="bg1"/>
                </a:solidFill>
              </a:rPr>
              <a:t> ne </a:t>
            </a:r>
            <a:r>
              <a:rPr lang="en-US" sz="3200" b="1" i="1" dirty="0" err="1">
                <a:solidFill>
                  <a:schemeClr val="bg1"/>
                </a:solidFill>
              </a:rPr>
              <a:t>formen</a:t>
            </a:r>
            <a:r>
              <a:rPr lang="en-US" sz="3200" b="1" i="1" dirty="0">
                <a:solidFill>
                  <a:schemeClr val="bg1"/>
                </a:solidFill>
              </a:rPr>
              <a:t> x2+/-2ax+a2=(x+/-a)2.</a:t>
            </a:r>
          </a:p>
          <a:p>
            <a:endParaRPr lang="en-US" sz="3200" b="1" i="1" dirty="0">
              <a:solidFill>
                <a:schemeClr val="bg1"/>
              </a:solidFill>
            </a:endParaRPr>
          </a:p>
          <a:p>
            <a:r>
              <a:rPr lang="en-US" sz="3200" b="1" i="1" dirty="0">
                <a:solidFill>
                  <a:schemeClr val="bg1"/>
                </a:solidFill>
              </a:rPr>
              <a:t>x2+y2+dx+ey+f=0   -&gt; QUHET EKUACIONI I PERGJITHSHEM I RRETHIT.</a:t>
            </a:r>
          </a:p>
        </p:txBody>
      </p:sp>
    </p:spTree>
    <p:extLst>
      <p:ext uri="{BB962C8B-B14F-4D97-AF65-F5344CB8AC3E}">
        <p14:creationId xmlns:p14="http://schemas.microsoft.com/office/powerpoint/2010/main" val="70255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8B89-BD08-CBB0-0424-357C05EB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E75875-927B-108B-0CDB-8982205A8D33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8BFC7E-23D6-D982-9228-3B58A17898BF}"/>
              </a:ext>
            </a:extLst>
          </p:cNvPr>
          <p:cNvSpPr/>
          <p:nvPr/>
        </p:nvSpPr>
        <p:spPr>
          <a:xfrm>
            <a:off x="3319180" y="300289"/>
            <a:ext cx="55536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DREJTEZA DHE RRETHI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3608B-FCEE-1B62-B1F2-EB8E10C7661E}"/>
              </a:ext>
            </a:extLst>
          </p:cNvPr>
          <p:cNvSpPr txBox="1"/>
          <p:nvPr/>
        </p:nvSpPr>
        <p:spPr>
          <a:xfrm>
            <a:off x="1445758" y="946620"/>
            <a:ext cx="90089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</a:rPr>
              <a:t>DREJTEZA DHE RRETHI QE I TAKOJNE NJE RRAFSHI MUND TE KENE KETO POZITA RECIPROKE ;</a:t>
            </a:r>
          </a:p>
          <a:p>
            <a:pPr marL="342900" indent="-342900">
              <a:buAutoNum type="arabicPeriod"/>
            </a:pP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kane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dy</a:t>
            </a:r>
            <a:r>
              <a:rPr lang="en-US" sz="2000" b="1" i="1" dirty="0">
                <a:solidFill>
                  <a:schemeClr val="bg1"/>
                </a:solidFill>
              </a:rPr>
              <a:t> pika </a:t>
            </a:r>
            <a:r>
              <a:rPr lang="en-US" sz="2000" b="1" i="1" dirty="0" err="1">
                <a:solidFill>
                  <a:schemeClr val="bg1"/>
                </a:solidFill>
              </a:rPr>
              <a:t>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perbashketa</a:t>
            </a:r>
            <a:r>
              <a:rPr lang="en-US" sz="2000" b="1" i="1" dirty="0">
                <a:solidFill>
                  <a:schemeClr val="bg1"/>
                </a:solidFill>
              </a:rPr>
              <a:t> (</a:t>
            </a: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pret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rrethin</a:t>
            </a:r>
            <a:r>
              <a:rPr lang="en-US" sz="2000" b="1" i="1" dirty="0">
                <a:solidFill>
                  <a:schemeClr val="bg1"/>
                </a:solidFill>
              </a:rPr>
              <a:t> ne </a:t>
            </a:r>
            <a:r>
              <a:rPr lang="en-US" sz="2000" b="1" i="1" dirty="0" err="1">
                <a:solidFill>
                  <a:schemeClr val="bg1"/>
                </a:solidFill>
              </a:rPr>
              <a:t>dy</a:t>
            </a:r>
            <a:r>
              <a:rPr lang="en-US" sz="2000" b="1" i="1" dirty="0">
                <a:solidFill>
                  <a:schemeClr val="bg1"/>
                </a:solidFill>
              </a:rPr>
              <a:t> pika),</a:t>
            </a:r>
            <a:r>
              <a:rPr lang="en-US" sz="2000" b="1" i="1" dirty="0" err="1">
                <a:solidFill>
                  <a:schemeClr val="bg1"/>
                </a:solidFill>
              </a:rPr>
              <a:t>nese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largesia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ndermjet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qendres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drejtezes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me e </a:t>
            </a:r>
            <a:r>
              <a:rPr lang="en-US" sz="2000" b="1" i="1" dirty="0" err="1">
                <a:solidFill>
                  <a:schemeClr val="bg1"/>
                </a:solidFill>
              </a:rPr>
              <a:t>vogel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rrezja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, </a:t>
            </a:r>
            <a:r>
              <a:rPr lang="en-US" sz="2000" b="1" i="1" dirty="0" err="1">
                <a:solidFill>
                  <a:schemeClr val="bg1"/>
                </a:solidFill>
              </a:rPr>
              <a:t>pra</a:t>
            </a:r>
            <a:r>
              <a:rPr lang="en-US" sz="2000" b="1" i="1" dirty="0">
                <a:solidFill>
                  <a:schemeClr val="bg1"/>
                </a:solidFill>
              </a:rPr>
              <a:t> d&lt;r, (FIGURA  ME POSHTE).</a:t>
            </a:r>
          </a:p>
          <a:p>
            <a:pPr marL="342900" indent="-342900">
              <a:buAutoNum type="arabicPeriod"/>
            </a:pP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kane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nje</a:t>
            </a:r>
            <a:r>
              <a:rPr lang="en-US" sz="2000" b="1" i="1" dirty="0">
                <a:solidFill>
                  <a:schemeClr val="bg1"/>
                </a:solidFill>
              </a:rPr>
              <a:t> pike </a:t>
            </a:r>
            <a:r>
              <a:rPr lang="en-US" sz="2000" b="1" i="1" dirty="0" err="1">
                <a:solidFill>
                  <a:schemeClr val="bg1"/>
                </a:solidFill>
              </a:rPr>
              <a:t>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perbashket</a:t>
            </a:r>
            <a:r>
              <a:rPr lang="en-US" sz="2000" b="1" i="1" dirty="0">
                <a:solidFill>
                  <a:schemeClr val="bg1"/>
                </a:solidFill>
              </a:rPr>
              <a:t> (</a:t>
            </a: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tangjente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),</a:t>
            </a:r>
            <a:r>
              <a:rPr lang="en-US" sz="2000" b="1" i="1" dirty="0" err="1">
                <a:solidFill>
                  <a:schemeClr val="bg1"/>
                </a:solidFill>
              </a:rPr>
              <a:t>ky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rast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ndodh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nese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largesia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ndermjet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qendres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drejtezes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barabarte</a:t>
            </a:r>
            <a:r>
              <a:rPr lang="en-US" sz="2000" b="1" i="1" dirty="0">
                <a:solidFill>
                  <a:schemeClr val="bg1"/>
                </a:solidFill>
              </a:rPr>
              <a:t> me </a:t>
            </a:r>
            <a:r>
              <a:rPr lang="en-US" sz="2000" b="1" i="1" dirty="0" err="1">
                <a:solidFill>
                  <a:schemeClr val="bg1"/>
                </a:solidFill>
              </a:rPr>
              <a:t>rrezen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pra</a:t>
            </a:r>
            <a:r>
              <a:rPr lang="en-US" sz="2000" b="1" i="1" dirty="0">
                <a:solidFill>
                  <a:schemeClr val="bg1"/>
                </a:solidFill>
              </a:rPr>
              <a:t> d=r.</a:t>
            </a:r>
          </a:p>
          <a:p>
            <a:pPr marL="342900" indent="-342900">
              <a:buAutoNum type="arabicPeriod"/>
            </a:pPr>
            <a:r>
              <a:rPr lang="en-US" sz="2000" b="1" i="1" dirty="0" err="1">
                <a:solidFill>
                  <a:schemeClr val="bg1"/>
                </a:solidFill>
              </a:rPr>
              <a:t>Drejteza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rrethi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nuk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kane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asnje</a:t>
            </a:r>
            <a:r>
              <a:rPr lang="en-US" sz="2000" b="1" i="1" dirty="0">
                <a:solidFill>
                  <a:schemeClr val="bg1"/>
                </a:solidFill>
              </a:rPr>
              <a:t> pike </a:t>
            </a:r>
            <a:r>
              <a:rPr lang="en-US" sz="2000" b="1" i="1" dirty="0" err="1">
                <a:solidFill>
                  <a:schemeClr val="bg1"/>
                </a:solidFill>
              </a:rPr>
              <a:t>te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perbashket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nese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largesia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ndremjet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qendres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dhe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drejtezes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eshte</a:t>
            </a:r>
            <a:r>
              <a:rPr lang="en-US" sz="2000" b="1" i="1" dirty="0">
                <a:solidFill>
                  <a:schemeClr val="bg1"/>
                </a:solidFill>
              </a:rPr>
              <a:t> me e </a:t>
            </a:r>
            <a:r>
              <a:rPr lang="en-US" sz="2000" b="1" i="1" dirty="0" err="1">
                <a:solidFill>
                  <a:schemeClr val="bg1"/>
                </a:solidFill>
              </a:rPr>
              <a:t>madhe</a:t>
            </a:r>
            <a:r>
              <a:rPr lang="en-US" sz="2000" b="1" i="1" dirty="0">
                <a:solidFill>
                  <a:schemeClr val="bg1"/>
                </a:solidFill>
              </a:rPr>
              <a:t> se </a:t>
            </a:r>
            <a:r>
              <a:rPr lang="en-US" sz="2000" b="1" i="1" dirty="0" err="1">
                <a:solidFill>
                  <a:schemeClr val="bg1"/>
                </a:solidFill>
              </a:rPr>
              <a:t>rrezja</a:t>
            </a:r>
            <a:r>
              <a:rPr lang="en-US" sz="2000" b="1" i="1" dirty="0">
                <a:solidFill>
                  <a:schemeClr val="bg1"/>
                </a:solidFill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</a:rPr>
              <a:t>rrethit</a:t>
            </a:r>
            <a:r>
              <a:rPr lang="en-US" sz="2000" b="1" i="1" dirty="0">
                <a:solidFill>
                  <a:schemeClr val="bg1"/>
                </a:solidFill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</a:rPr>
              <a:t>pra</a:t>
            </a:r>
            <a:r>
              <a:rPr lang="en-US" sz="2000" b="1" i="1" dirty="0">
                <a:solidFill>
                  <a:schemeClr val="bg1"/>
                </a:solidFill>
              </a:rPr>
              <a:t> d&gt;r.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834F7-023F-BDE9-A77F-CC9B7D485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361" y="4631266"/>
            <a:ext cx="8648700" cy="213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1221-72C7-8A90-3FD1-2D86163B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B95ED1-04BC-CF4E-1D04-D2BB3279CC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71220-EB4E-4582-6EC0-65B297BD0817}"/>
              </a:ext>
            </a:extLst>
          </p:cNvPr>
          <p:cNvSpPr/>
          <p:nvPr/>
        </p:nvSpPr>
        <p:spPr>
          <a:xfrm>
            <a:off x="122799" y="154817"/>
            <a:ext cx="114892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indent="-742950" algn="ctr">
              <a:buAutoNum type="alphaLcParenR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EKUACIONI I TANGJENTES SE RRETHIT NEPER NJE PIKE JASHTE VIJES RRETHORE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4D553-3F56-CAE0-966D-86BFA487373F}"/>
              </a:ext>
            </a:extLst>
          </p:cNvPr>
          <p:cNvSpPr txBox="1"/>
          <p:nvPr/>
        </p:nvSpPr>
        <p:spPr>
          <a:xfrm>
            <a:off x="1882502" y="905697"/>
            <a:ext cx="796982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Ne </a:t>
            </a:r>
            <a:r>
              <a:rPr lang="en-IN" sz="2000" b="1" i="1" dirty="0" err="1">
                <a:solidFill>
                  <a:schemeClr val="bg1"/>
                </a:solidFill>
              </a:rPr>
              <a:t>qofte</a:t>
            </a:r>
            <a:r>
              <a:rPr lang="en-IN" sz="2000" b="1" i="1" dirty="0">
                <a:solidFill>
                  <a:schemeClr val="bg1"/>
                </a:solidFill>
              </a:rPr>
              <a:t> se </a:t>
            </a:r>
            <a:r>
              <a:rPr lang="en-IN" sz="2000" b="1" i="1" dirty="0" err="1">
                <a:solidFill>
                  <a:schemeClr val="bg1"/>
                </a:solidFill>
              </a:rPr>
              <a:t>eshte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dhene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nje</a:t>
            </a:r>
            <a:r>
              <a:rPr lang="en-IN" sz="2000" b="1" i="1" dirty="0">
                <a:solidFill>
                  <a:schemeClr val="bg1"/>
                </a:solidFill>
              </a:rPr>
              <a:t> pike </a:t>
            </a:r>
            <a:r>
              <a:rPr lang="en-IN" sz="2000" b="1" i="1" dirty="0" err="1">
                <a:solidFill>
                  <a:schemeClr val="bg1"/>
                </a:solidFill>
              </a:rPr>
              <a:t>jashte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vijes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rrethore</a:t>
            </a:r>
            <a:r>
              <a:rPr lang="en-IN" sz="2000" b="1" i="1" dirty="0">
                <a:solidFill>
                  <a:schemeClr val="bg1"/>
                </a:solidFill>
              </a:rPr>
              <a:t> (ne </a:t>
            </a:r>
            <a:r>
              <a:rPr lang="en-IN" sz="2000" b="1" i="1" dirty="0" err="1">
                <a:solidFill>
                  <a:schemeClr val="bg1"/>
                </a:solidFill>
              </a:rPr>
              <a:t>interpretimin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gjeometrike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mesuar</a:t>
            </a:r>
            <a:r>
              <a:rPr lang="en-IN" sz="2000" b="1" i="1" dirty="0">
                <a:solidFill>
                  <a:schemeClr val="bg1"/>
                </a:solidFill>
              </a:rPr>
              <a:t> ne </a:t>
            </a:r>
            <a:r>
              <a:rPr lang="en-IN" sz="2000" b="1" i="1" dirty="0" err="1">
                <a:solidFill>
                  <a:schemeClr val="bg1"/>
                </a:solidFill>
              </a:rPr>
              <a:t>klase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meparshme</a:t>
            </a:r>
            <a:r>
              <a:rPr lang="en-IN" sz="2000" b="1" i="1" dirty="0">
                <a:solidFill>
                  <a:schemeClr val="bg1"/>
                </a:solidFill>
              </a:rPr>
              <a:t>) </a:t>
            </a:r>
            <a:r>
              <a:rPr lang="en-IN" sz="2000" b="1" i="1" dirty="0" err="1">
                <a:solidFill>
                  <a:schemeClr val="bg1"/>
                </a:solidFill>
              </a:rPr>
              <a:t>nga</a:t>
            </a:r>
            <a:r>
              <a:rPr lang="en-IN" sz="2000" b="1" i="1" dirty="0">
                <a:solidFill>
                  <a:schemeClr val="bg1"/>
                </a:solidFill>
              </a:rPr>
              <a:t> pika  </a:t>
            </a:r>
            <a:r>
              <a:rPr lang="en-IN" sz="2000" b="1" i="1" dirty="0" err="1">
                <a:solidFill>
                  <a:schemeClr val="bg1"/>
                </a:solidFill>
              </a:rPr>
              <a:t>jashte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rrethit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mund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terhiqen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dy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tangjente</a:t>
            </a:r>
            <a:r>
              <a:rPr lang="en-IN" sz="2000" b="1" i="1" dirty="0">
                <a:solidFill>
                  <a:schemeClr val="bg1"/>
                </a:solidFill>
              </a:rPr>
              <a:t>. Tani do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japim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arsyetimin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analitik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ketij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fakti</a:t>
            </a:r>
            <a:r>
              <a:rPr lang="en-IN" sz="2000" b="1" i="1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Pra le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jete </a:t>
            </a:r>
            <a:r>
              <a:rPr lang="en-IN" sz="2000" b="1" i="1" dirty="0" err="1">
                <a:solidFill>
                  <a:schemeClr val="bg1"/>
                </a:solidFill>
              </a:rPr>
              <a:t>dhene</a:t>
            </a:r>
            <a:r>
              <a:rPr lang="en-IN" sz="2000" b="1" i="1" dirty="0">
                <a:solidFill>
                  <a:schemeClr val="bg1"/>
                </a:solidFill>
              </a:rPr>
              <a:t> pika M(x1,y1)</a:t>
            </a:r>
            <a:r>
              <a:rPr lang="en-IN" sz="2000" b="1" i="1" dirty="0" err="1">
                <a:solidFill>
                  <a:schemeClr val="bg1"/>
                </a:solidFill>
              </a:rPr>
              <a:t>jashte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rrethit</a:t>
            </a:r>
            <a:r>
              <a:rPr lang="en-IN" sz="2000" b="1" i="1" dirty="0">
                <a:solidFill>
                  <a:schemeClr val="bg1"/>
                </a:solidFill>
              </a:rPr>
              <a:t>(x-p)2+(y-q)2=r2. Nese </a:t>
            </a:r>
            <a:r>
              <a:rPr lang="en-IN" sz="2000" b="1" i="1" dirty="0" err="1">
                <a:solidFill>
                  <a:schemeClr val="bg1"/>
                </a:solidFill>
              </a:rPr>
              <a:t>tangjentja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nuk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eshte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paralele</a:t>
            </a:r>
            <a:r>
              <a:rPr lang="en-IN" sz="2000" b="1" i="1" dirty="0">
                <a:solidFill>
                  <a:schemeClr val="bg1"/>
                </a:solidFill>
              </a:rPr>
              <a:t> me </a:t>
            </a:r>
            <a:r>
              <a:rPr lang="en-IN" sz="2000" b="1" i="1" dirty="0" err="1">
                <a:solidFill>
                  <a:schemeClr val="bg1"/>
                </a:solidFill>
              </a:rPr>
              <a:t>boshtin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Oy,ekuacion</a:t>
            </a:r>
            <a:r>
              <a:rPr lang="en-IN" sz="2000" b="1" i="1" dirty="0">
                <a:solidFill>
                  <a:schemeClr val="bg1"/>
                </a:solidFill>
              </a:rPr>
              <a:t> I </a:t>
            </a:r>
            <a:r>
              <a:rPr lang="en-IN" sz="2000" b="1" i="1" dirty="0" err="1">
                <a:solidFill>
                  <a:schemeClr val="bg1"/>
                </a:solidFill>
              </a:rPr>
              <a:t>tangjentes</a:t>
            </a:r>
            <a:r>
              <a:rPr lang="en-IN" sz="2000" b="1" i="1" dirty="0">
                <a:solidFill>
                  <a:schemeClr val="bg1"/>
                </a:solidFill>
              </a:rPr>
              <a:t> do ta </a:t>
            </a:r>
            <a:r>
              <a:rPr lang="en-IN" sz="2000" b="1" i="1" dirty="0" err="1">
                <a:solidFill>
                  <a:schemeClr val="bg1"/>
                </a:solidFill>
              </a:rPr>
              <a:t>kete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ekuacionin</a:t>
            </a:r>
            <a:r>
              <a:rPr lang="en-IN" sz="2000" b="1" i="1" dirty="0">
                <a:solidFill>
                  <a:schemeClr val="bg1"/>
                </a:solidFill>
              </a:rPr>
              <a:t> y=</a:t>
            </a:r>
            <a:r>
              <a:rPr lang="en-IN" sz="2000" b="1" i="1" dirty="0" err="1">
                <a:solidFill>
                  <a:schemeClr val="bg1"/>
                </a:solidFill>
              </a:rPr>
              <a:t>kx+l</a:t>
            </a:r>
            <a:r>
              <a:rPr lang="en-IN" sz="2000" b="1" i="1" dirty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IN" sz="2000" b="1" i="1" dirty="0" err="1">
                <a:solidFill>
                  <a:schemeClr val="bg1"/>
                </a:solidFill>
              </a:rPr>
              <a:t>Numrat</a:t>
            </a:r>
            <a:r>
              <a:rPr lang="en-IN" sz="2000" b="1" i="1" dirty="0">
                <a:solidFill>
                  <a:schemeClr val="bg1"/>
                </a:solidFill>
              </a:rPr>
              <a:t> k </a:t>
            </a:r>
            <a:r>
              <a:rPr lang="en-IN" sz="2000" b="1" i="1" dirty="0" err="1">
                <a:solidFill>
                  <a:schemeClr val="bg1"/>
                </a:solidFill>
              </a:rPr>
              <a:t>dhe</a:t>
            </a:r>
            <a:r>
              <a:rPr lang="en-IN" sz="2000" b="1" i="1" dirty="0">
                <a:solidFill>
                  <a:schemeClr val="bg1"/>
                </a:solidFill>
              </a:rPr>
              <a:t> l do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gjenden</a:t>
            </a:r>
            <a:r>
              <a:rPr lang="en-IN" sz="2000" b="1" i="1" dirty="0">
                <a:solidFill>
                  <a:schemeClr val="bg1"/>
                </a:solidFill>
              </a:rPr>
              <a:t> me </a:t>
            </a:r>
            <a:r>
              <a:rPr lang="en-IN" sz="2000" b="1" i="1" dirty="0" err="1">
                <a:solidFill>
                  <a:schemeClr val="bg1"/>
                </a:solidFill>
              </a:rPr>
              <a:t>zgjidhjen</a:t>
            </a:r>
            <a:r>
              <a:rPr lang="en-IN" sz="2000" b="1" i="1" dirty="0">
                <a:solidFill>
                  <a:schemeClr val="bg1"/>
                </a:solidFill>
              </a:rPr>
              <a:t> e </a:t>
            </a:r>
            <a:r>
              <a:rPr lang="en-IN" sz="2000" b="1" i="1" dirty="0" err="1">
                <a:solidFill>
                  <a:schemeClr val="bg1"/>
                </a:solidFill>
              </a:rPr>
              <a:t>sistemeve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te</a:t>
            </a:r>
            <a:r>
              <a:rPr lang="en-IN" sz="2000" b="1" i="1" dirty="0">
                <a:solidFill>
                  <a:schemeClr val="bg1"/>
                </a:solidFill>
              </a:rPr>
              <a:t> </a:t>
            </a:r>
            <a:r>
              <a:rPr lang="en-IN" sz="2000" b="1" i="1" dirty="0" err="1">
                <a:solidFill>
                  <a:schemeClr val="bg1"/>
                </a:solidFill>
              </a:rPr>
              <a:t>ekuacioneve</a:t>
            </a:r>
            <a:r>
              <a:rPr lang="en-IN" sz="2000" b="1" i="1" dirty="0">
                <a:solidFill>
                  <a:schemeClr val="bg1"/>
                </a:solidFill>
              </a:rPr>
              <a:t> ;</a:t>
            </a: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R2(1+k2)=(kp-q+1)2         y1=kx1+1</a:t>
            </a: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endParaRPr lang="en-IN" sz="2000" b="1" i="1" dirty="0">
              <a:solidFill>
                <a:schemeClr val="bg1"/>
              </a:solidFill>
            </a:endParaRP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NESE TANGJENTJA ESHTE PARALELE ME BOSHTIN OY,EKUACIONI I TANGJENTES E KA FORMEN x=x1</a:t>
            </a:r>
          </a:p>
          <a:p>
            <a:pPr algn="ctr"/>
            <a:r>
              <a:rPr lang="en-IN" sz="2000" b="1" i="1" dirty="0">
                <a:solidFill>
                  <a:schemeClr val="bg1"/>
                </a:solidFill>
              </a:rPr>
              <a:t>NESE TANGJENTJA ESHTE PARALELE ME BOSHTIN OX,EKUACIONI I TANGJENTES E KA FORMEN y=y1.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5A7EB-26EA-131A-59E3-49C260CE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55E87C-53AD-2750-6232-039ECD0F2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B42A24-3EBE-9F27-09E8-0E406747DF5B}"/>
              </a:ext>
            </a:extLst>
          </p:cNvPr>
          <p:cNvSpPr/>
          <p:nvPr/>
        </p:nvSpPr>
        <p:spPr>
          <a:xfrm>
            <a:off x="526296" y="258726"/>
            <a:ext cx="10640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EKUACIONI I NORMALES DHE TANGJENTES NE 1 PIKE TE RRETHIT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0D268-5BBF-9DE9-3F23-A566D81ACF80}"/>
              </a:ext>
            </a:extLst>
          </p:cNvPr>
          <p:cNvSpPr txBox="1"/>
          <p:nvPr/>
        </p:nvSpPr>
        <p:spPr>
          <a:xfrm>
            <a:off x="1111482" y="1231421"/>
            <a:ext cx="97196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bg1"/>
                </a:solidFill>
              </a:rPr>
              <a:t>TANGJENTE E RRETHIT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drejteza</a:t>
            </a:r>
            <a:r>
              <a:rPr lang="en-US" sz="2800" b="1" i="1" dirty="0">
                <a:solidFill>
                  <a:schemeClr val="bg1"/>
                </a:solidFill>
              </a:rPr>
              <a:t> t e </a:t>
            </a:r>
            <a:r>
              <a:rPr lang="en-US" sz="2800" b="1" i="1" dirty="0" err="1">
                <a:solidFill>
                  <a:schemeClr val="bg1"/>
                </a:solidFill>
              </a:rPr>
              <a:t>cila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rrethin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takon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tij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NORMALE E RRETHIT ne </a:t>
            </a:r>
            <a:r>
              <a:rPr lang="en-US" sz="2800" b="1" i="1" dirty="0" err="1">
                <a:solidFill>
                  <a:schemeClr val="bg1"/>
                </a:solidFill>
              </a:rPr>
              <a:t>nje</a:t>
            </a:r>
            <a:r>
              <a:rPr lang="en-US" sz="2800" b="1" i="1" dirty="0">
                <a:solidFill>
                  <a:schemeClr val="bg1"/>
                </a:solidFill>
              </a:rPr>
              <a:t> pike T </a:t>
            </a:r>
            <a:r>
              <a:rPr lang="en-US" sz="2800" b="1" i="1" dirty="0" err="1">
                <a:solidFill>
                  <a:schemeClr val="bg1"/>
                </a:solidFill>
              </a:rPr>
              <a:t>quhet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drejteza</a:t>
            </a:r>
            <a:r>
              <a:rPr lang="en-US" sz="2800" b="1" i="1" dirty="0">
                <a:solidFill>
                  <a:schemeClr val="bg1"/>
                </a:solidFill>
              </a:rPr>
              <a:t> n, e </a:t>
            </a:r>
            <a:r>
              <a:rPr lang="en-US" sz="2800" b="1" i="1" dirty="0" err="1">
                <a:solidFill>
                  <a:schemeClr val="bg1"/>
                </a:solidFill>
              </a:rPr>
              <a:t>cila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kalon</a:t>
            </a:r>
            <a:r>
              <a:rPr lang="en-US" sz="2800" b="1" i="1" dirty="0">
                <a:solidFill>
                  <a:schemeClr val="bg1"/>
                </a:solidFill>
              </a:rPr>
              <a:t> neper </a:t>
            </a:r>
            <a:r>
              <a:rPr lang="en-US" sz="2800" b="1" i="1" dirty="0" err="1">
                <a:solidFill>
                  <a:schemeClr val="bg1"/>
                </a:solidFill>
              </a:rPr>
              <a:t>pikecaktimin</a:t>
            </a:r>
            <a:r>
              <a:rPr lang="en-US" sz="2800" b="1" i="1" dirty="0">
                <a:solidFill>
                  <a:schemeClr val="bg1"/>
                </a:solidFill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</a:rPr>
              <a:t>tangjentes</a:t>
            </a:r>
            <a:r>
              <a:rPr lang="en-US" sz="2800" b="1" i="1" dirty="0">
                <a:solidFill>
                  <a:schemeClr val="bg1"/>
                </a:solidFill>
              </a:rPr>
              <a:t> T me </a:t>
            </a:r>
            <a:r>
              <a:rPr lang="en-US" sz="2800" b="1" i="1" dirty="0" err="1">
                <a:solidFill>
                  <a:schemeClr val="bg1"/>
                </a:solidFill>
              </a:rPr>
              <a:t>rrethin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dhe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eshte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normale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tangjenten</a:t>
            </a:r>
            <a:r>
              <a:rPr lang="en-US" sz="2800" b="1" i="1" dirty="0">
                <a:solidFill>
                  <a:schemeClr val="bg1"/>
                </a:solidFill>
              </a:rPr>
              <a:t> t.</a:t>
            </a:r>
          </a:p>
          <a:p>
            <a:endParaRPr lang="en-US" sz="2800" b="1" i="1" dirty="0">
              <a:solidFill>
                <a:schemeClr val="bg1"/>
              </a:solidFill>
            </a:endParaRPr>
          </a:p>
          <a:p>
            <a:endParaRPr lang="en-US" sz="2800" b="1" i="1" dirty="0">
              <a:solidFill>
                <a:schemeClr val="bg1"/>
              </a:solidFill>
            </a:endParaRPr>
          </a:p>
          <a:p>
            <a:r>
              <a:rPr lang="en-US" sz="2800" b="1" i="1" dirty="0">
                <a:solidFill>
                  <a:schemeClr val="bg1"/>
                </a:solidFill>
              </a:rPr>
              <a:t>PERFUNDIMISHT EKUACIONI I TANGJENTES SE RRETHIT ESHTE ; 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                              (x-p)(x1-p)+(y-q)(y1-q)=r2     </a:t>
            </a:r>
          </a:p>
        </p:txBody>
      </p:sp>
    </p:spTree>
    <p:extLst>
      <p:ext uri="{BB962C8B-B14F-4D97-AF65-F5344CB8AC3E}">
        <p14:creationId xmlns:p14="http://schemas.microsoft.com/office/powerpoint/2010/main" val="216725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CBCA-F279-8911-C03F-C2223F90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F546ED-2581-0474-A77B-8DE858DE2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91F68-8BEB-071C-6B03-89A242B2AD6D}"/>
              </a:ext>
            </a:extLst>
          </p:cNvPr>
          <p:cNvSpPr/>
          <p:nvPr/>
        </p:nvSpPr>
        <p:spPr>
          <a:xfrm>
            <a:off x="1518037" y="393807"/>
            <a:ext cx="86571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POZITA RECIPROKE  E DY RRATHEVE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148B7-D5D5-493B-D6E5-ED3AB8D360BF}"/>
              </a:ext>
            </a:extLst>
          </p:cNvPr>
          <p:cNvSpPr txBox="1"/>
          <p:nvPr/>
        </p:nvSpPr>
        <p:spPr>
          <a:xfrm>
            <a:off x="2016786" y="1040138"/>
            <a:ext cx="77204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Dy </a:t>
            </a:r>
            <a:r>
              <a:rPr lang="en-US" b="1" i="1" dirty="0" err="1">
                <a:solidFill>
                  <a:schemeClr val="bg1"/>
                </a:solidFill>
              </a:rPr>
              <a:t>rrathe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ndryshem</a:t>
            </a:r>
            <a:r>
              <a:rPr lang="en-US" b="1" i="1" dirty="0">
                <a:solidFill>
                  <a:schemeClr val="bg1"/>
                </a:solidFill>
              </a:rPr>
              <a:t> l1 </a:t>
            </a:r>
            <a:r>
              <a:rPr lang="en-US" b="1" i="1" dirty="0" err="1">
                <a:solidFill>
                  <a:schemeClr val="bg1"/>
                </a:solidFill>
              </a:rPr>
              <a:t>dhe</a:t>
            </a:r>
            <a:r>
              <a:rPr lang="en-US" b="1" i="1" dirty="0">
                <a:solidFill>
                  <a:schemeClr val="bg1"/>
                </a:solidFill>
              </a:rPr>
              <a:t> l2 me </a:t>
            </a:r>
            <a:r>
              <a:rPr lang="en-US" b="1" i="1" dirty="0" err="1">
                <a:solidFill>
                  <a:schemeClr val="bg1"/>
                </a:solidFill>
              </a:rPr>
              <a:t>qendra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ndryshme</a:t>
            </a:r>
            <a:r>
              <a:rPr lang="en-US" b="1" i="1" dirty="0">
                <a:solidFill>
                  <a:schemeClr val="bg1"/>
                </a:solidFill>
              </a:rPr>
              <a:t> A1(p1,a1),Q2(p2,q2)</a:t>
            </a:r>
            <a:r>
              <a:rPr lang="en-US" b="1" i="1" dirty="0" err="1">
                <a:solidFill>
                  <a:schemeClr val="bg1"/>
                </a:solidFill>
              </a:rPr>
              <a:t>dhe</a:t>
            </a:r>
            <a:r>
              <a:rPr lang="en-US" b="1" i="1" dirty="0">
                <a:solidFill>
                  <a:schemeClr val="bg1"/>
                </a:solidFill>
              </a:rPr>
              <a:t> me </a:t>
            </a:r>
            <a:r>
              <a:rPr lang="en-US" b="1" i="1" dirty="0" err="1">
                <a:solidFill>
                  <a:schemeClr val="bg1"/>
                </a:solidFill>
              </a:rPr>
              <a:t>rreze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ndryshme</a:t>
            </a:r>
            <a:r>
              <a:rPr lang="en-US" b="1" i="1" dirty="0">
                <a:solidFill>
                  <a:schemeClr val="bg1"/>
                </a:solidFill>
              </a:rPr>
              <a:t> r1,r2 </a:t>
            </a:r>
            <a:r>
              <a:rPr lang="en-US" b="1" i="1" dirty="0" err="1">
                <a:solidFill>
                  <a:schemeClr val="bg1"/>
                </a:solidFill>
              </a:rPr>
              <a:t>mund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ken keto </a:t>
            </a:r>
            <a:r>
              <a:rPr lang="en-US" b="1" i="1" dirty="0" err="1">
                <a:solidFill>
                  <a:schemeClr val="bg1"/>
                </a:solidFill>
              </a:rPr>
              <a:t>pozita</a:t>
            </a:r>
            <a:r>
              <a:rPr lang="en-US" b="1" i="1" dirty="0">
                <a:solidFill>
                  <a:schemeClr val="bg1"/>
                </a:solidFill>
              </a:rPr>
              <a:t>;</a:t>
            </a:r>
          </a:p>
          <a:p>
            <a:pPr marL="342900" indent="-342900">
              <a:buAutoNum type="arabicPeriod"/>
            </a:pPr>
            <a:r>
              <a:rPr lang="en-US" b="1" i="1" dirty="0">
                <a:solidFill>
                  <a:schemeClr val="bg1"/>
                </a:solidFill>
              </a:rPr>
              <a:t>I </a:t>
            </a:r>
            <a:r>
              <a:rPr lang="en-US" b="1" i="1" dirty="0" err="1">
                <a:solidFill>
                  <a:schemeClr val="bg1"/>
                </a:solidFill>
              </a:rPr>
              <a:t>kane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dy</a:t>
            </a:r>
            <a:r>
              <a:rPr lang="en-US" b="1" i="1" dirty="0">
                <a:solidFill>
                  <a:schemeClr val="bg1"/>
                </a:solidFill>
              </a:rPr>
              <a:t> pika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perbashketa</a:t>
            </a:r>
            <a:r>
              <a:rPr lang="en-US" b="1" i="1" dirty="0">
                <a:solidFill>
                  <a:schemeClr val="bg1"/>
                </a:solidFill>
              </a:rPr>
              <a:t> ,</a:t>
            </a:r>
            <a:r>
              <a:rPr lang="en-US" b="1" i="1" dirty="0" err="1">
                <a:solidFill>
                  <a:schemeClr val="bg1"/>
                </a:solidFill>
              </a:rPr>
              <a:t>nese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largesia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ndremjet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qendrave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tyre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eshte</a:t>
            </a:r>
            <a:r>
              <a:rPr lang="en-US" b="1" i="1" dirty="0">
                <a:solidFill>
                  <a:schemeClr val="bg1"/>
                </a:solidFill>
              </a:rPr>
              <a:t> me e </a:t>
            </a:r>
            <a:r>
              <a:rPr lang="en-US" b="1" i="1" dirty="0" err="1">
                <a:solidFill>
                  <a:schemeClr val="bg1"/>
                </a:solidFill>
              </a:rPr>
              <a:t>vogel</a:t>
            </a:r>
            <a:r>
              <a:rPr lang="en-US" b="1" i="1" dirty="0">
                <a:solidFill>
                  <a:schemeClr val="bg1"/>
                </a:solidFill>
              </a:rPr>
              <a:t> se </a:t>
            </a:r>
            <a:r>
              <a:rPr lang="en-US" b="1" i="1" dirty="0" err="1">
                <a:solidFill>
                  <a:schemeClr val="bg1"/>
                </a:solidFill>
              </a:rPr>
              <a:t>shuma</a:t>
            </a:r>
            <a:r>
              <a:rPr lang="en-US" b="1" i="1" dirty="0">
                <a:solidFill>
                  <a:schemeClr val="bg1"/>
                </a:solidFill>
              </a:rPr>
              <a:t> e </a:t>
            </a:r>
            <a:r>
              <a:rPr lang="en-US" b="1" i="1" dirty="0" err="1">
                <a:solidFill>
                  <a:schemeClr val="bg1"/>
                </a:solidFill>
              </a:rPr>
              <a:t>rrezeve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ndersa</a:t>
            </a:r>
            <a:r>
              <a:rPr lang="en-US" b="1" i="1" dirty="0">
                <a:solidFill>
                  <a:schemeClr val="bg1"/>
                </a:solidFill>
              </a:rPr>
              <a:t> me e </a:t>
            </a:r>
            <a:r>
              <a:rPr lang="en-US" b="1" i="1" dirty="0" err="1">
                <a:solidFill>
                  <a:schemeClr val="bg1"/>
                </a:solidFill>
              </a:rPr>
              <a:t>madhe</a:t>
            </a:r>
            <a:r>
              <a:rPr lang="en-US" b="1" i="1" dirty="0">
                <a:solidFill>
                  <a:schemeClr val="bg1"/>
                </a:solidFill>
              </a:rPr>
              <a:t> se </a:t>
            </a:r>
            <a:r>
              <a:rPr lang="en-US" b="1" i="1" dirty="0" err="1">
                <a:solidFill>
                  <a:schemeClr val="bg1"/>
                </a:solidFill>
              </a:rPr>
              <a:t>ndyshimi</a:t>
            </a:r>
            <a:r>
              <a:rPr lang="en-US" b="1" i="1" dirty="0">
                <a:solidFill>
                  <a:schemeClr val="bg1"/>
                </a:solidFill>
              </a:rPr>
              <a:t> I </a:t>
            </a:r>
            <a:r>
              <a:rPr lang="en-US" b="1" i="1" dirty="0" err="1">
                <a:solidFill>
                  <a:schemeClr val="bg1"/>
                </a:solidFill>
              </a:rPr>
              <a:t>rrezeve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analitikisht</a:t>
            </a:r>
            <a:r>
              <a:rPr lang="en-US" b="1" i="1" dirty="0">
                <a:solidFill>
                  <a:schemeClr val="bg1"/>
                </a:solidFill>
              </a:rPr>
              <a:t>  |r2-r1|&lt;|Q1Q2|&lt;r1+r2</a:t>
            </a:r>
          </a:p>
          <a:p>
            <a:pPr marL="342900" indent="-342900">
              <a:buAutoNum type="arabicPeriod"/>
            </a:pPr>
            <a:r>
              <a:rPr lang="en-US" b="1" i="1" dirty="0">
                <a:solidFill>
                  <a:schemeClr val="bg1"/>
                </a:solidFill>
              </a:rPr>
              <a:t>Nuk </a:t>
            </a:r>
            <a:r>
              <a:rPr lang="en-US" b="1" i="1" dirty="0" err="1">
                <a:solidFill>
                  <a:schemeClr val="bg1"/>
                </a:solidFill>
              </a:rPr>
              <a:t>kan</a:t>
            </a:r>
            <a:r>
              <a:rPr lang="en-US" b="1" i="1" dirty="0">
                <a:solidFill>
                  <a:schemeClr val="bg1"/>
                </a:solidFill>
              </a:rPr>
              <a:t> pika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perbashketa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nese</a:t>
            </a:r>
            <a:endParaRPr lang="en-US" b="1" i="1" dirty="0">
              <a:solidFill>
                <a:schemeClr val="bg1"/>
              </a:solidFill>
            </a:endParaRPr>
          </a:p>
          <a:p>
            <a:r>
              <a:rPr lang="en-US" b="1" i="1" dirty="0">
                <a:solidFill>
                  <a:schemeClr val="bg1"/>
                </a:solidFill>
              </a:rPr>
              <a:t>a)Njeri </a:t>
            </a:r>
            <a:r>
              <a:rPr lang="en-US" b="1" i="1" dirty="0" err="1">
                <a:solidFill>
                  <a:schemeClr val="bg1"/>
                </a:solidFill>
              </a:rPr>
              <a:t>rreth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eshte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jashte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rrethit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tjeter</a:t>
            </a:r>
            <a:r>
              <a:rPr lang="en-US" b="1" i="1" dirty="0">
                <a:solidFill>
                  <a:schemeClr val="bg1"/>
                </a:solidFill>
              </a:rPr>
              <a:t>;|Q1Q2|&gt;r1+r2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b)Njeri </a:t>
            </a:r>
            <a:r>
              <a:rPr lang="en-US" b="1" i="1" dirty="0" err="1">
                <a:solidFill>
                  <a:schemeClr val="bg1"/>
                </a:solidFill>
              </a:rPr>
              <a:t>rreth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eshte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brenda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rrethit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tjeter</a:t>
            </a:r>
            <a:r>
              <a:rPr lang="en-US" b="1" i="1" dirty="0">
                <a:solidFill>
                  <a:schemeClr val="bg1"/>
                </a:solidFill>
              </a:rPr>
              <a:t>;|Q1Q2|&lt;|r1-r2|</a:t>
            </a:r>
          </a:p>
          <a:p>
            <a:pPr marL="342900" indent="-342900">
              <a:buAutoNum type="arabicPeriod" startAt="3"/>
            </a:pPr>
            <a:r>
              <a:rPr lang="en-US" b="1" i="1" dirty="0">
                <a:solidFill>
                  <a:schemeClr val="bg1"/>
                </a:solidFill>
              </a:rPr>
              <a:t>E </a:t>
            </a:r>
            <a:r>
              <a:rPr lang="en-US" b="1" i="1" dirty="0" err="1">
                <a:solidFill>
                  <a:schemeClr val="bg1"/>
                </a:solidFill>
              </a:rPr>
              <a:t>kane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nje</a:t>
            </a:r>
            <a:r>
              <a:rPr lang="en-US" b="1" i="1" dirty="0">
                <a:solidFill>
                  <a:schemeClr val="bg1"/>
                </a:solidFill>
              </a:rPr>
              <a:t> pike </a:t>
            </a:r>
            <a:r>
              <a:rPr lang="en-US" b="1" i="1" dirty="0" err="1">
                <a:solidFill>
                  <a:schemeClr val="bg1"/>
                </a:solidFill>
              </a:rPr>
              <a:t>te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perbashket</a:t>
            </a:r>
            <a:r>
              <a:rPr lang="en-US" b="1" i="1" dirty="0">
                <a:solidFill>
                  <a:schemeClr val="bg1"/>
                </a:solidFill>
              </a:rPr>
              <a:t>;</a:t>
            </a:r>
          </a:p>
          <a:p>
            <a:pPr marL="342900" indent="-342900">
              <a:buAutoNum type="alphaLcParenR"/>
            </a:pPr>
            <a:r>
              <a:rPr lang="en-US" b="1" i="1" dirty="0" err="1">
                <a:solidFill>
                  <a:schemeClr val="bg1"/>
                </a:solidFill>
              </a:rPr>
              <a:t>Rrathet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takohen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nga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jashte</a:t>
            </a:r>
            <a:r>
              <a:rPr lang="en-US" b="1" i="1" dirty="0">
                <a:solidFill>
                  <a:schemeClr val="bg1"/>
                </a:solidFill>
              </a:rPr>
              <a:t> |Q1Q2|=r1+r2 </a:t>
            </a:r>
            <a:r>
              <a:rPr lang="en-US" b="1" i="1" dirty="0" err="1">
                <a:solidFill>
                  <a:schemeClr val="bg1"/>
                </a:solidFill>
              </a:rPr>
              <a:t>ose</a:t>
            </a:r>
            <a:endParaRPr lang="en-US" b="1" i="1" dirty="0">
              <a:solidFill>
                <a:schemeClr val="bg1"/>
              </a:solidFill>
            </a:endParaRPr>
          </a:p>
          <a:p>
            <a:pPr marL="342900" indent="-342900">
              <a:buAutoNum type="alphaLcParenR"/>
            </a:pPr>
            <a:r>
              <a:rPr lang="en-US" b="1" i="1" dirty="0" err="1">
                <a:solidFill>
                  <a:schemeClr val="bg1"/>
                </a:solidFill>
              </a:rPr>
              <a:t>Rrathet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takohen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nga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 err="1">
                <a:solidFill>
                  <a:schemeClr val="bg1"/>
                </a:solidFill>
              </a:rPr>
              <a:t>brenda</a:t>
            </a:r>
            <a:r>
              <a:rPr lang="en-US" b="1" i="1" dirty="0">
                <a:solidFill>
                  <a:schemeClr val="bg1"/>
                </a:solidFill>
              </a:rPr>
              <a:t> |Q1Q2|=|r2-r1|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33028-630A-E9EE-D752-B729A732D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018" y="4174671"/>
            <a:ext cx="6417418" cy="259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96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0E7C-7A02-9DA0-635E-7384123E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74ED65-D215-22C7-59CB-89B41116F282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1870A-2E7A-F9B9-4AA3-486785FB2401}"/>
              </a:ext>
            </a:extLst>
          </p:cNvPr>
          <p:cNvSpPr/>
          <p:nvPr/>
        </p:nvSpPr>
        <p:spPr>
          <a:xfrm>
            <a:off x="412360" y="435372"/>
            <a:ext cx="11367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TANGJENTET E PERBASHKETA TE DY RRATHEVE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4C67-CC06-1F20-3F5A-824D3243C3F5}"/>
              </a:ext>
            </a:extLst>
          </p:cNvPr>
          <p:cNvSpPr txBox="1"/>
          <p:nvPr/>
        </p:nvSpPr>
        <p:spPr>
          <a:xfrm>
            <a:off x="1537853" y="1248859"/>
            <a:ext cx="8427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chemeClr val="bg1"/>
                </a:solidFill>
              </a:rPr>
              <a:t>Varesisht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nga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pozita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reciproke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mes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dy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rratheve</a:t>
            </a:r>
            <a:r>
              <a:rPr lang="en-US" sz="2800" b="1" i="1" dirty="0">
                <a:solidFill>
                  <a:schemeClr val="bg1"/>
                </a:solidFill>
              </a:rPr>
              <a:t>, </a:t>
            </a:r>
            <a:r>
              <a:rPr lang="en-US" sz="2800" b="1" i="1" dirty="0" err="1">
                <a:solidFill>
                  <a:schemeClr val="bg1"/>
                </a:solidFill>
              </a:rPr>
              <a:t>ata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mund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kene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deri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kater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tangjente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te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perbashketa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sikur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shihet</a:t>
            </a:r>
            <a:r>
              <a:rPr lang="en-US" sz="2800" b="1" i="1" dirty="0">
                <a:solidFill>
                  <a:schemeClr val="bg1"/>
                </a:solidFill>
              </a:rPr>
              <a:t> ne </a:t>
            </a:r>
            <a:r>
              <a:rPr lang="en-US" sz="2800" b="1" i="1" dirty="0" err="1">
                <a:solidFill>
                  <a:schemeClr val="bg1"/>
                </a:solidFill>
              </a:rPr>
              <a:t>figuren</a:t>
            </a:r>
            <a:r>
              <a:rPr lang="en-US" sz="2800" b="1" i="1" dirty="0">
                <a:solidFill>
                  <a:schemeClr val="bg1"/>
                </a:solidFill>
              </a:rPr>
              <a:t> me </a:t>
            </a:r>
            <a:r>
              <a:rPr lang="en-US" sz="2800" b="1" i="1" dirty="0" err="1">
                <a:solidFill>
                  <a:schemeClr val="bg1"/>
                </a:solidFill>
              </a:rPr>
              <a:t>poshte</a:t>
            </a:r>
            <a:r>
              <a:rPr lang="en-US" sz="2800" b="1" i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82CCB-A687-2693-30E7-A69E074D2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34" y="3162732"/>
            <a:ext cx="99631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95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FA780-075C-7F7C-3E0A-8B2ABF5A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494D04-58D8-3D59-4495-6C55B5F9F5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6A656A-A37A-BEC6-EF6C-E21C5F86A89E}"/>
              </a:ext>
            </a:extLst>
          </p:cNvPr>
          <p:cNvSpPr/>
          <p:nvPr/>
        </p:nvSpPr>
        <p:spPr>
          <a:xfrm>
            <a:off x="3632229" y="134035"/>
            <a:ext cx="44080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ZBATIMI I RRETHIT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EB3D7-D9AB-6668-36F0-C37F7282E4C4}"/>
              </a:ext>
            </a:extLst>
          </p:cNvPr>
          <p:cNvSpPr txBox="1"/>
          <p:nvPr/>
        </p:nvSpPr>
        <p:spPr>
          <a:xfrm>
            <a:off x="1695450" y="914401"/>
            <a:ext cx="8801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GJEOMETRI DHE MATEMATIKE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llogaritja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perimetrit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dhe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siperfaqes,konstrukte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gjeometrike,simetri,dhe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probleme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trigonometrike,modele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levizjes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rrotulluese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FIZIKE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studimi</a:t>
            </a:r>
            <a:r>
              <a:rPr lang="en-US" sz="2400" b="1" i="1" dirty="0">
                <a:solidFill>
                  <a:schemeClr val="bg1"/>
                </a:solidFill>
              </a:rPr>
              <a:t> I </a:t>
            </a:r>
            <a:r>
              <a:rPr lang="en-US" sz="2400" b="1" i="1" dirty="0" err="1">
                <a:solidFill>
                  <a:schemeClr val="bg1"/>
                </a:solidFill>
              </a:rPr>
              <a:t>levizjes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rrethore,funksionimi</a:t>
            </a:r>
            <a:r>
              <a:rPr lang="en-US" sz="2400" b="1" i="1" dirty="0">
                <a:solidFill>
                  <a:schemeClr val="bg1"/>
                </a:solidFill>
              </a:rPr>
              <a:t> I </a:t>
            </a:r>
            <a:r>
              <a:rPr lang="en-US" sz="2400" b="1" i="1" dirty="0" err="1">
                <a:solidFill>
                  <a:schemeClr val="bg1"/>
                </a:solidFill>
              </a:rPr>
              <a:t>rrotave,turbinave,motoreve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INXHINIERI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dizajnimi</a:t>
            </a:r>
            <a:r>
              <a:rPr lang="en-US" sz="2400" b="1" i="1" dirty="0">
                <a:solidFill>
                  <a:schemeClr val="bg1"/>
                </a:solidFill>
              </a:rPr>
              <a:t> I </a:t>
            </a:r>
            <a:r>
              <a:rPr lang="en-US" sz="2400" b="1" i="1" dirty="0" err="1">
                <a:solidFill>
                  <a:schemeClr val="bg1"/>
                </a:solidFill>
              </a:rPr>
              <a:t>ingranazheve,boshtave,rrotave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makinave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TEKNOLOGJI DHE ELEKTRONIKE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antentat</a:t>
            </a:r>
            <a:r>
              <a:rPr lang="en-US" sz="2400" b="1" i="1" dirty="0">
                <a:solidFill>
                  <a:schemeClr val="bg1"/>
                </a:solidFill>
              </a:rPr>
              <a:t> me </a:t>
            </a:r>
            <a:r>
              <a:rPr lang="en-US" sz="2400" b="1" i="1" dirty="0" err="1">
                <a:solidFill>
                  <a:schemeClr val="bg1"/>
                </a:solidFill>
              </a:rPr>
              <a:t>forme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rrethore</a:t>
            </a:r>
            <a:r>
              <a:rPr lang="en-US" sz="2400" b="1" i="1" dirty="0">
                <a:solidFill>
                  <a:schemeClr val="bg1"/>
                </a:solidFill>
              </a:rPr>
              <a:t> per </a:t>
            </a:r>
            <a:r>
              <a:rPr lang="en-US" sz="2400" b="1" i="1" dirty="0" err="1">
                <a:solidFill>
                  <a:schemeClr val="bg1"/>
                </a:solidFill>
              </a:rPr>
              <a:t>shperndarje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njetrajtshme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sinjalit.sensore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rrotullimi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pajisje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matese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ART DHE ARKITEKTURE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dritare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rrethore,kupolat,harkimet</a:t>
            </a:r>
            <a:r>
              <a:rPr lang="en-US" sz="2400" b="1" i="1" dirty="0">
                <a:solidFill>
                  <a:schemeClr val="bg1"/>
                </a:solidFill>
              </a:rPr>
              <a:t> ,logo me </a:t>
            </a:r>
            <a:r>
              <a:rPr lang="en-US" sz="2400" b="1" i="1" dirty="0" err="1">
                <a:solidFill>
                  <a:schemeClr val="bg1"/>
                </a:solidFill>
              </a:rPr>
              <a:t>forme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rrethi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 JETEN E PERDITSHME 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rrotat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bicikletave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dhe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makinave</a:t>
            </a:r>
            <a:r>
              <a:rPr lang="en-US" sz="2400" b="1" i="1" dirty="0">
                <a:solidFill>
                  <a:schemeClr val="bg1"/>
                </a:solidFill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</a:rPr>
              <a:t>oret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analoge,topat</a:t>
            </a:r>
            <a:r>
              <a:rPr lang="en-US" sz="2400" b="1" i="1" dirty="0">
                <a:solidFill>
                  <a:schemeClr val="bg1"/>
                </a:solidFill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</a:rPr>
              <a:t>shume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objekte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</a:rPr>
              <a:t>rrumbullake</a:t>
            </a:r>
            <a:r>
              <a:rPr lang="en-US" sz="2400" b="1" i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244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12F5-EFFF-0616-1B31-15B91FE2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B94C01-3777-3E5E-31E0-5576AC89F9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" t="-964" r="6" b="-101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887F2D-1D60-E0AD-0EF0-1051F5856A1C}"/>
              </a:ext>
            </a:extLst>
          </p:cNvPr>
          <p:cNvSpPr/>
          <p:nvPr/>
        </p:nvSpPr>
        <p:spPr>
          <a:xfrm>
            <a:off x="2258962" y="3105835"/>
            <a:ext cx="76740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FALEMINDERIT PER VEMENDJEN</a:t>
            </a:r>
          </a:p>
        </p:txBody>
      </p:sp>
    </p:spTree>
    <p:extLst>
      <p:ext uri="{BB962C8B-B14F-4D97-AF65-F5344CB8AC3E}">
        <p14:creationId xmlns:p14="http://schemas.microsoft.com/office/powerpoint/2010/main" val="2024368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10940"/>
      </a:accent1>
      <a:accent2>
        <a:srgbClr val="CFB6F2"/>
      </a:accent2>
      <a:accent3>
        <a:srgbClr val="41D2F2"/>
      </a:accent3>
      <a:accent4>
        <a:srgbClr val="C8D94A"/>
      </a:accent4>
      <a:accent5>
        <a:srgbClr val="F2A950"/>
      </a:accent5>
      <a:accent6>
        <a:srgbClr val="72C0A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734</TotalTime>
  <Words>1003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</dc:creator>
  <cp:lastModifiedBy>Altin Balaj</cp:lastModifiedBy>
  <cp:revision>99</cp:revision>
  <dcterms:created xsi:type="dcterms:W3CDTF">2020-12-07T06:01:48Z</dcterms:created>
  <dcterms:modified xsi:type="dcterms:W3CDTF">2025-11-30T19:52:20Z</dcterms:modified>
</cp:coreProperties>
</file>